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49" r:id="rId1"/>
  </p:sldMasterIdLst>
  <p:notesMasterIdLst>
    <p:notesMasterId r:id="rId33"/>
  </p:notesMasterIdLst>
  <p:sldIdLst>
    <p:sldId id="261" r:id="rId2"/>
    <p:sldId id="262" r:id="rId3"/>
    <p:sldId id="263" r:id="rId4"/>
    <p:sldId id="264" r:id="rId5"/>
    <p:sldId id="265" r:id="rId6"/>
    <p:sldId id="266" r:id="rId7"/>
    <p:sldId id="267" r:id="rId8"/>
    <p:sldId id="268" r:id="rId9"/>
    <p:sldId id="269" r:id="rId10"/>
    <p:sldId id="270" r:id="rId11"/>
    <p:sldId id="271" r:id="rId12"/>
    <p:sldId id="272" r:id="rId13"/>
    <p:sldId id="273" r:id="rId14"/>
    <p:sldId id="276"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Lst>
  <p:sldSz cx="9144000" cy="5143500" type="screen16x9"/>
  <p:notesSz cx="6858000" cy="9144000"/>
  <p:embeddedFontLst>
    <p:embeddedFont>
      <p:font typeface="Lucida Sans Unicode" pitchFamily="34" charset="0"/>
      <p:regular r:id="rId34"/>
    </p:embeddedFont>
    <p:embeddedFont>
      <p:font typeface="Wingdings 2" pitchFamily="18" charset="2"/>
      <p:regular r:id="rId35"/>
    </p:embeddedFont>
    <p:embeddedFont>
      <p:font typeface="Verdana" pitchFamily="34" charset="0"/>
      <p:regular r:id="rId36"/>
      <p:bold r:id="rId37"/>
      <p:italic r:id="rId38"/>
      <p:boldItalic r:id="rId39"/>
    </p:embeddedFont>
    <p:embeddedFont>
      <p:font typeface="Calibri" pitchFamily="34" charset="0"/>
      <p:regular r:id="rId40"/>
      <p:bold r:id="rId41"/>
      <p:italic r:id="rId42"/>
      <p:boldItalic r:id="rId43"/>
    </p:embeddedFont>
    <p:embeddedFont>
      <p:font typeface="Wingdings 3" pitchFamily="18" charset="2"/>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066A4F76-53A9-4688-B9E2-1CC15BD917D5}">
  <a:tblStyle styleId="{066A4F76-53A9-4688-B9E2-1CC15BD917D5}"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4660"/>
  </p:normalViewPr>
  <p:slideViewPr>
    <p:cSldViewPr>
      <p:cViewPr>
        <p:scale>
          <a:sx n="110" d="100"/>
          <a:sy n="110" d="100"/>
        </p:scale>
        <p:origin x="-696" y="-195"/>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45625772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3714750"/>
            <a:ext cx="9147765" cy="1434066"/>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BA786C03-7424-4B59-AB4B-DC6DCE120DDB}" type="datetimeFigureOut">
              <a:rPr lang="en-US" smtClean="0"/>
              <a:t>8/27/2019</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A786C03-7424-4B59-AB4B-DC6DCE120DDB}" type="datetimeFigureOut">
              <a:rPr lang="en-US" smtClean="0"/>
              <a:t>8/27/2019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t>‹#›</a:t>
            </a:fld>
            <a:endParaRPr lang="e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timing>
    <p:tnLst>
      <p:par>
        <p:cTn id="1" dur="indefinite" restart="never" nodeType="tmRoot"/>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794784"/>
            <a:ext cx="7772400" cy="13716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198784"/>
            <a:ext cx="4572000" cy="1091166"/>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BA786C03-7424-4B59-AB4B-DC6DCE120DDB}" type="datetimeFigureOut">
              <a:rPr lang="en-US" smtClean="0"/>
              <a:t>8/27/2019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t>‹#›</a:t>
            </a:fld>
            <a:endParaRPr lang="en"/>
          </a:p>
        </p:txBody>
      </p:sp>
      <p:sp>
        <p:nvSpPr>
          <p:cNvPr id="7" name="Chevron 6"/>
          <p:cNvSpPr/>
          <p:nvPr/>
        </p:nvSpPr>
        <p:spPr>
          <a:xfrm>
            <a:off x="3636680"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A786C03-7424-4B59-AB4B-DC6DCE120DDB}" type="datetimeFigureOut">
              <a:rPr lang="en-US" smtClean="0"/>
              <a:t>8/27/2019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t>‹#›</a:t>
            </a:fld>
            <a:endParaRPr lang="e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8229600" cy="85725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BA786C03-7424-4B59-AB4B-DC6DCE120DDB}" type="datetimeFigureOut">
              <a:rPr lang="en-US" smtClean="0"/>
              <a:t>8/27/2019</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t>‹#›</a:t>
            </a:fld>
            <a:endParaRPr lang="e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BA786C03-7424-4B59-AB4B-DC6DCE120DDB}" type="datetimeFigureOut">
              <a:rPr lang="en-US" smtClean="0"/>
              <a:t>8/27/2019</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t>‹#›</a:t>
            </a:fld>
            <a:endParaRPr lang="e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BA786C03-7424-4B59-AB4B-DC6DCE120DDB}" type="datetimeFigureOut">
              <a:rPr lang="en-US" smtClean="0"/>
              <a:t>8/27/2019</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timing>
    <p:tnLst>
      <p:par>
        <p:cTn id="1" dur="indefinite" restart="never" nodeType="tmRoot"/>
      </p:par>
    </p:tnLst>
  </p:timing>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3657600"/>
            <a:ext cx="7481776" cy="3429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4016327"/>
            <a:ext cx="3974592" cy="6858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05740"/>
            <a:ext cx="7479792" cy="3429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4805958"/>
            <a:ext cx="1920240" cy="274320"/>
          </a:xfrm>
        </p:spPr>
        <p:txBody>
          <a:bodyPr/>
          <a:lstStyle>
            <a:extLst/>
          </a:lstStyle>
          <a:p>
            <a:fld id="{BA786C03-7424-4B59-AB4B-DC6DCE120DDB}" type="datetimeFigureOut">
              <a:rPr lang="en-US" smtClean="0"/>
              <a:t>8/27/2019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t>‹#›</a:t>
            </a:fld>
            <a:endParaRPr lang="e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4082552"/>
            <a:ext cx="7162800" cy="486174"/>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42476"/>
            <a:ext cx="8686800" cy="329184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BA786C03-7424-4B59-AB4B-DC6DCE120DDB}" type="datetimeFigureOut">
              <a:rPr lang="en-US" smtClean="0"/>
              <a:t>8/27/2019</a:t>
            </a:fld>
            <a:endParaRPr lang="en-US"/>
          </a:p>
        </p:txBody>
      </p:sp>
      <p:sp>
        <p:nvSpPr>
          <p:cNvPr id="6" name="Footer Placeholder 5"/>
          <p:cNvSpPr>
            <a:spLocks noGrp="1"/>
          </p:cNvSpPr>
          <p:nvPr>
            <p:ph type="ftr" sz="quarter" idx="11"/>
          </p:nvPr>
        </p:nvSpPr>
        <p:spPr>
          <a:xfrm>
            <a:off x="4380073" y="4805958"/>
            <a:ext cx="2350681" cy="273844"/>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marL="0" lvl="0" indent="0" algn="r" rtl="0">
              <a:spcBef>
                <a:spcPts val="0"/>
              </a:spcBef>
              <a:spcAft>
                <a:spcPts val="0"/>
              </a:spcAft>
              <a:buNone/>
            </a:pPr>
            <a:fld id="{00000000-1234-1234-1234-123412341234}" type="slidenum">
              <a:rPr lang="en" smtClean="0"/>
              <a:t>‹#›</a:t>
            </a:fld>
            <a:endParaRPr lang="en"/>
          </a:p>
        </p:txBody>
      </p:sp>
      <p:sp>
        <p:nvSpPr>
          <p:cNvPr id="2" name="Title 1"/>
          <p:cNvSpPr>
            <a:spLocks noGrp="1"/>
          </p:cNvSpPr>
          <p:nvPr>
            <p:ph type="title"/>
          </p:nvPr>
        </p:nvSpPr>
        <p:spPr>
          <a:xfrm>
            <a:off x="228600" y="3648842"/>
            <a:ext cx="8075432" cy="422004"/>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4343440"/>
            <a:ext cx="3402314" cy="810651"/>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10997"/>
            <a:ext cx="8229600" cy="3289553"/>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A786C03-7424-4B59-AB4B-DC6DCE120DDB}" type="datetimeFigureOut">
              <a:rPr lang="en-US" smtClean="0"/>
              <a:t>8/27/2019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timing>
    <p:tnLst>
      <p:par>
        <p:cTn id="1" dur="indefinite" restart="never" nodeType="tmRoot"/>
      </p:par>
    </p:tn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05980"/>
            <a:ext cx="1777470" cy="419457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81"/>
            <a:ext cx="6324600" cy="419457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A786C03-7424-4B59-AB4B-DC6DCE120DDB}" type="datetimeFigureOut">
              <a:rPr lang="en-US" smtClean="0"/>
              <a:t>8/27/2019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timing>
    <p:tnLst>
      <p:par>
        <p:cTn id="1" dur="indefinite" restart="never" nodeType="tmRoot"/>
      </p:par>
    </p:tn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61"/>
        <p:cNvGrpSpPr/>
        <p:nvPr/>
      </p:nvGrpSpPr>
      <p:grpSpPr>
        <a:xfrm>
          <a:off x="0" y="0"/>
          <a:ext cx="0" cy="0"/>
          <a:chOff x="0" y="0"/>
          <a:chExt cx="0" cy="0"/>
        </a:xfrm>
      </p:grpSpPr>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noAutofit/>
          </a:bodyPr>
          <a:lstStyle>
            <a:lvl1pPr marL="457200" lvl="0" indent="-381000">
              <a:spcBef>
                <a:spcPts val="600"/>
              </a:spcBef>
              <a:spcAft>
                <a:spcPts val="0"/>
              </a:spcAft>
              <a:buSzPts val="2400"/>
              <a:buChar char="▰"/>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67000" b="-3000"/>
          </a:stretch>
        </a:blip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4343440"/>
            <a:ext cx="3402314" cy="810651"/>
          </a:xfrm>
          <a:prstGeom prst="rtTriangle">
            <a:avLst/>
          </a:prstGeom>
          <a:blipFill>
            <a:blip r:embed="rId15">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110997"/>
            <a:ext cx="8229600" cy="3394472"/>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BA786C03-7424-4B59-AB4B-DC6DCE120DDB}" type="datetimeFigureOut">
              <a:rPr lang="en-US" smtClean="0"/>
              <a:t>8/27/2019</a:t>
            </a:fld>
            <a:endParaRPr lang="en-US"/>
          </a:p>
        </p:txBody>
      </p:sp>
      <p:sp>
        <p:nvSpPr>
          <p:cNvPr id="22" name="Footer Placeholder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pPr marL="0" lvl="0" indent="0" algn="r" rtl="0">
              <a:spcBef>
                <a:spcPts val="0"/>
              </a:spcBef>
              <a:spcAft>
                <a:spcPts val="0"/>
              </a:spcAft>
              <a:buNone/>
            </a:pPr>
            <a:fld id="{00000000-1234-1234-1234-123412341234}"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Lst>
  <p:transition>
    <p:fade thruBlk="1"/>
  </p:transition>
  <p:timing>
    <p:tnLst>
      <p:par>
        <p:cTn id="1" dur="indefinite" restart="never" nodeType="tmRoot"/>
      </p:par>
    </p:tnLst>
  </p:timing>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6"/>
          <p:cNvSpPr txBox="1">
            <a:spLocks noGrp="1"/>
          </p:cNvSpPr>
          <p:nvPr>
            <p:ph type="sldNum" idx="12"/>
          </p:nvPr>
        </p:nvSpPr>
        <p:spPr>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dirty="0"/>
          </a:p>
        </p:txBody>
      </p:sp>
      <p:sp>
        <p:nvSpPr>
          <p:cNvPr id="5" name="TextBox 4"/>
          <p:cNvSpPr txBox="1"/>
          <p:nvPr/>
        </p:nvSpPr>
        <p:spPr>
          <a:xfrm>
            <a:off x="1905000" y="209550"/>
            <a:ext cx="5867400" cy="954107"/>
          </a:xfrm>
          <a:prstGeom prst="rect">
            <a:avLst/>
          </a:prstGeom>
          <a:noFill/>
        </p:spPr>
        <p:txBody>
          <a:bodyPr wrap="square" rtlCol="0">
            <a:spAutoFit/>
          </a:bodyPr>
          <a:lstStyle/>
          <a:p>
            <a:pPr algn="ctr"/>
            <a:r>
              <a:rPr lang="en-US" b="1" dirty="0"/>
              <a:t>PERANCANGAN SISTEM INFORMASI </a:t>
            </a:r>
            <a:r>
              <a:rPr lang="en-US" b="1" i="1" dirty="0"/>
              <a:t>E-MARKETPLACE</a:t>
            </a:r>
            <a:r>
              <a:rPr lang="en-US" b="1" dirty="0"/>
              <a:t>  UMKM KOTA PADANG BERBASIS WEB</a:t>
            </a:r>
            <a:endParaRPr lang="en-US" dirty="0"/>
          </a:p>
          <a:p>
            <a:pPr algn="ctr"/>
            <a:r>
              <a:rPr lang="en-US" i="1" dirty="0" smtClean="0"/>
              <a:t>(STUDI KASUS DINAS KOPERASI DAN UMKM KOTA PADANG)</a:t>
            </a:r>
          </a:p>
          <a:p>
            <a:pPr algn="ctr"/>
            <a:endParaRPr lang="en-US" dirty="0"/>
          </a:p>
        </p:txBody>
      </p:sp>
      <p:sp>
        <p:nvSpPr>
          <p:cNvPr id="6" name="TextBox 5"/>
          <p:cNvSpPr txBox="1"/>
          <p:nvPr/>
        </p:nvSpPr>
        <p:spPr>
          <a:xfrm>
            <a:off x="3895165" y="2444174"/>
            <a:ext cx="2204450" cy="954107"/>
          </a:xfrm>
          <a:prstGeom prst="rect">
            <a:avLst/>
          </a:prstGeom>
          <a:noFill/>
        </p:spPr>
        <p:txBody>
          <a:bodyPr wrap="none" rtlCol="0">
            <a:spAutoFit/>
          </a:bodyPr>
          <a:lstStyle/>
          <a:p>
            <a:pPr algn="ctr"/>
            <a:r>
              <a:rPr lang="id-ID" b="1" dirty="0"/>
              <a:t>Diajukan oleh:</a:t>
            </a:r>
            <a:endParaRPr lang="en-US" dirty="0"/>
          </a:p>
          <a:p>
            <a:pPr algn="ctr"/>
            <a:r>
              <a:rPr lang="en-US" b="1" dirty="0" err="1"/>
              <a:t>Ismarianto</a:t>
            </a:r>
            <a:r>
              <a:rPr lang="en-US" b="1" dirty="0"/>
              <a:t> </a:t>
            </a:r>
            <a:endParaRPr lang="en-US" dirty="0"/>
          </a:p>
          <a:p>
            <a:pPr algn="ctr"/>
            <a:r>
              <a:rPr lang="id-ID" b="1" dirty="0"/>
              <a:t> </a:t>
            </a:r>
            <a:endParaRPr lang="en-US" dirty="0"/>
          </a:p>
          <a:p>
            <a:pPr algn="ctr"/>
            <a:r>
              <a:rPr lang="id-ID" b="1" dirty="0"/>
              <a:t>NO BP : </a:t>
            </a:r>
            <a:r>
              <a:rPr lang="en-US" b="1" dirty="0" smtClean="0"/>
              <a:t>1510003261016</a:t>
            </a:r>
            <a:endParaRPr lang="en-US" dirty="0"/>
          </a:p>
        </p:txBody>
      </p:sp>
      <p:pic>
        <p:nvPicPr>
          <p:cNvPr id="15" name="Picture 14"/>
          <p:cNvPicPr/>
          <p:nvPr/>
        </p:nvPicPr>
        <p:blipFill>
          <a:blip r:embed="rId3" cstate="print">
            <a:extLst>
              <a:ext uri="{28A0092B-C50C-407E-A947-70E740481C1C}">
                <a14:useLocalDpi xmlns:a14="http://schemas.microsoft.com/office/drawing/2010/main" val="0"/>
              </a:ext>
            </a:extLst>
          </a:blip>
          <a:stretch>
            <a:fillRect/>
          </a:stretch>
        </p:blipFill>
        <p:spPr>
          <a:xfrm>
            <a:off x="4571999" y="1200150"/>
            <a:ext cx="779929" cy="762000"/>
          </a:xfrm>
          <a:prstGeom prst="rect">
            <a:avLst/>
          </a:prstGeom>
        </p:spPr>
      </p:pic>
      <p:sp>
        <p:nvSpPr>
          <p:cNvPr id="7" name="TextBox 6"/>
          <p:cNvSpPr txBox="1"/>
          <p:nvPr/>
        </p:nvSpPr>
        <p:spPr>
          <a:xfrm>
            <a:off x="3124199" y="3596942"/>
            <a:ext cx="4163319" cy="1384995"/>
          </a:xfrm>
          <a:prstGeom prst="rect">
            <a:avLst/>
          </a:prstGeom>
          <a:noFill/>
        </p:spPr>
        <p:txBody>
          <a:bodyPr wrap="none" rtlCol="0">
            <a:spAutoFit/>
          </a:bodyPr>
          <a:lstStyle/>
          <a:p>
            <a:pPr algn="ctr"/>
            <a:r>
              <a:rPr lang="id-ID" dirty="0"/>
              <a:t>PROGRAM DIPLOMA III</a:t>
            </a:r>
            <a:endParaRPr lang="en-US" dirty="0"/>
          </a:p>
          <a:p>
            <a:pPr algn="ctr"/>
            <a:r>
              <a:rPr lang="id-ID" dirty="0"/>
              <a:t>MANAJEMEN INFORMATIKA DAN KOMPUTER</a:t>
            </a:r>
            <a:endParaRPr lang="en-US" dirty="0"/>
          </a:p>
          <a:p>
            <a:pPr algn="ctr"/>
            <a:r>
              <a:rPr lang="id-ID" dirty="0"/>
              <a:t>UNIVERSITAS EKASAKTI</a:t>
            </a:r>
            <a:endParaRPr lang="en-US" dirty="0"/>
          </a:p>
          <a:p>
            <a:pPr algn="ctr"/>
            <a:r>
              <a:rPr lang="id-ID" dirty="0"/>
              <a:t>PADANG</a:t>
            </a:r>
            <a:endParaRPr lang="en-US" dirty="0"/>
          </a:p>
          <a:p>
            <a:pPr algn="ctr"/>
            <a:r>
              <a:rPr lang="en-US" dirty="0"/>
              <a:t>2019</a:t>
            </a:r>
          </a:p>
          <a:p>
            <a:pPr algn="ct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85750"/>
            <a:ext cx="5492400" cy="766200"/>
          </a:xfrm>
        </p:spPr>
        <p:txBody>
          <a:bodyPr/>
          <a:lstStyle/>
          <a:p>
            <a:pPr algn="ctr"/>
            <a:r>
              <a:rPr lang="en-US" sz="1600" dirty="0" smtClean="0"/>
              <a:t/>
            </a:r>
            <a:br>
              <a:rPr lang="en-US" sz="1600" dirty="0" smtClean="0"/>
            </a:br>
            <a:r>
              <a:rPr lang="en-US" sz="1600" dirty="0" smtClean="0"/>
              <a:t>BAB1 .PENDAHULUAN</a:t>
            </a:r>
            <a:br>
              <a:rPr lang="en-US" sz="1600" dirty="0" smtClean="0"/>
            </a:br>
            <a:r>
              <a:rPr lang="en-US" sz="1600" dirty="0" smtClean="0"/>
              <a:t/>
            </a:r>
            <a:br>
              <a:rPr lang="en-US" sz="1600" dirty="0" smtClean="0"/>
            </a:br>
            <a:r>
              <a:rPr lang="en-US" sz="1600" dirty="0" smtClean="0"/>
              <a:t>A.LATAR BELAKANG MASALAH</a:t>
            </a:r>
            <a:endParaRPr lang="en-US"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
        <p:nvSpPr>
          <p:cNvPr id="6" name="TextBox 5"/>
          <p:cNvSpPr txBox="1"/>
          <p:nvPr/>
        </p:nvSpPr>
        <p:spPr>
          <a:xfrm>
            <a:off x="152400" y="1733550"/>
            <a:ext cx="8839200" cy="2246769"/>
          </a:xfrm>
          <a:prstGeom prst="rect">
            <a:avLst/>
          </a:prstGeom>
          <a:noFill/>
        </p:spPr>
        <p:txBody>
          <a:bodyPr wrap="square" rtlCol="0">
            <a:spAutoFit/>
          </a:bodyPr>
          <a:lstStyle/>
          <a:p>
            <a:pPr algn="just"/>
            <a:r>
              <a:rPr lang="en-US" dirty="0" err="1" smtClean="0"/>
              <a:t>Judul</a:t>
            </a:r>
            <a:r>
              <a:rPr lang="en-US" dirty="0" smtClean="0"/>
              <a:t> </a:t>
            </a:r>
            <a:r>
              <a:rPr lang="en-US" dirty="0" err="1" smtClean="0"/>
              <a:t>ini</a:t>
            </a:r>
            <a:r>
              <a:rPr lang="en-US" dirty="0" smtClean="0"/>
              <a:t> </a:t>
            </a:r>
            <a:r>
              <a:rPr lang="en-US" dirty="0" err="1" smtClean="0"/>
              <a:t>penulis</a:t>
            </a:r>
            <a:r>
              <a:rPr lang="en-US" dirty="0" smtClean="0"/>
              <a:t> </a:t>
            </a:r>
            <a:r>
              <a:rPr lang="en-US" dirty="0" err="1" smtClean="0"/>
              <a:t>pilih</a:t>
            </a:r>
            <a:r>
              <a:rPr lang="en-US" dirty="0" smtClean="0"/>
              <a:t> </a:t>
            </a:r>
            <a:r>
              <a:rPr lang="en-US" dirty="0" err="1" smtClean="0"/>
              <a:t>karena</a:t>
            </a:r>
            <a:r>
              <a:rPr lang="en-US" dirty="0" smtClean="0"/>
              <a:t> </a:t>
            </a:r>
            <a:r>
              <a:rPr lang="en-US" dirty="0" err="1" smtClean="0"/>
              <a:t>dalam</a:t>
            </a:r>
            <a:r>
              <a:rPr lang="en-US" dirty="0" smtClean="0"/>
              <a:t> </a:t>
            </a:r>
            <a:r>
              <a:rPr lang="en-US" dirty="0" err="1" smtClean="0"/>
              <a:t>hal</a:t>
            </a:r>
            <a:r>
              <a:rPr lang="en-US" dirty="0" smtClean="0"/>
              <a:t> </a:t>
            </a:r>
            <a:r>
              <a:rPr lang="en-US" dirty="0" err="1" smtClean="0"/>
              <a:t>aktivitas</a:t>
            </a:r>
            <a:r>
              <a:rPr lang="en-US" dirty="0" smtClean="0"/>
              <a:t> </a:t>
            </a:r>
            <a:r>
              <a:rPr lang="en-US" dirty="0" err="1" smtClean="0"/>
              <a:t>perdagangan</a:t>
            </a:r>
            <a:r>
              <a:rPr lang="en-US" dirty="0" smtClean="0"/>
              <a:t> </a:t>
            </a:r>
            <a:r>
              <a:rPr lang="en-US" dirty="0" err="1" smtClean="0"/>
              <a:t>usaha</a:t>
            </a:r>
            <a:r>
              <a:rPr lang="en-US" dirty="0" smtClean="0"/>
              <a:t> </a:t>
            </a:r>
            <a:r>
              <a:rPr lang="en-US" dirty="0" err="1" smtClean="0"/>
              <a:t>kecil</a:t>
            </a:r>
            <a:r>
              <a:rPr lang="en-US" dirty="0" smtClean="0"/>
              <a:t> </a:t>
            </a:r>
            <a:r>
              <a:rPr lang="en-US" dirty="0" err="1" smtClean="0"/>
              <a:t>dan</a:t>
            </a:r>
            <a:r>
              <a:rPr lang="en-US" dirty="0" smtClean="0"/>
              <a:t> </a:t>
            </a:r>
            <a:r>
              <a:rPr lang="en-US" dirty="0" err="1" smtClean="0"/>
              <a:t>menengah</a:t>
            </a:r>
            <a:r>
              <a:rPr lang="en-US" dirty="0"/>
              <a:t> </a:t>
            </a:r>
            <a:r>
              <a:rPr lang="en-US" dirty="0" smtClean="0"/>
              <a:t>yang </a:t>
            </a:r>
            <a:r>
              <a:rPr lang="en-US" dirty="0" err="1" smtClean="0"/>
              <a:t>ada</a:t>
            </a:r>
            <a:r>
              <a:rPr lang="en-US" dirty="0" smtClean="0"/>
              <a:t> di</a:t>
            </a:r>
          </a:p>
          <a:p>
            <a:pPr algn="just"/>
            <a:r>
              <a:rPr lang="en-US" dirty="0" smtClean="0"/>
              <a:t>Kota </a:t>
            </a:r>
            <a:r>
              <a:rPr lang="en-US" dirty="0" err="1" smtClean="0"/>
              <a:t>padang</a:t>
            </a:r>
            <a:r>
              <a:rPr lang="en-US" dirty="0" smtClean="0"/>
              <a:t> </a:t>
            </a:r>
            <a:r>
              <a:rPr lang="en-US" dirty="0" err="1" smtClean="0"/>
              <a:t>saat</a:t>
            </a:r>
            <a:r>
              <a:rPr lang="en-US" dirty="0" smtClean="0"/>
              <a:t> </a:t>
            </a:r>
            <a:r>
              <a:rPr lang="en-US" dirty="0" err="1" smtClean="0"/>
              <a:t>ini</a:t>
            </a:r>
            <a:r>
              <a:rPr lang="en-US" dirty="0" smtClean="0"/>
              <a:t> </a:t>
            </a:r>
            <a:r>
              <a:rPr lang="en-US" dirty="0" err="1" smtClean="0"/>
              <a:t>sudah</a:t>
            </a:r>
            <a:r>
              <a:rPr lang="en-US" dirty="0" smtClean="0"/>
              <a:t> </a:t>
            </a:r>
            <a:r>
              <a:rPr lang="en-US" dirty="0" err="1" smtClean="0"/>
              <a:t>mulai</a:t>
            </a:r>
            <a:r>
              <a:rPr lang="en-US" dirty="0" smtClean="0"/>
              <a:t> </a:t>
            </a:r>
            <a:r>
              <a:rPr lang="en-US" dirty="0" err="1" smtClean="0"/>
              <a:t>berkembang</a:t>
            </a:r>
            <a:r>
              <a:rPr lang="en-US" dirty="0" smtClean="0"/>
              <a:t> </a:t>
            </a:r>
            <a:r>
              <a:rPr lang="en-US" dirty="0" err="1" smtClean="0"/>
              <a:t>dengan</a:t>
            </a:r>
            <a:r>
              <a:rPr lang="en-US" dirty="0" smtClean="0"/>
              <a:t> </a:t>
            </a:r>
            <a:r>
              <a:rPr lang="en-US" dirty="0" err="1" smtClean="0"/>
              <a:t>hal</a:t>
            </a:r>
            <a:r>
              <a:rPr lang="en-US" dirty="0" smtClean="0"/>
              <a:t> </a:t>
            </a:r>
            <a:r>
              <a:rPr lang="en-US" dirty="0" err="1" smtClean="0"/>
              <a:t>itu</a:t>
            </a:r>
            <a:r>
              <a:rPr lang="en-US" dirty="0" smtClean="0"/>
              <a:t> </a:t>
            </a:r>
            <a:r>
              <a:rPr lang="en-US" dirty="0" err="1" smtClean="0"/>
              <a:t>berbarengan</a:t>
            </a:r>
            <a:r>
              <a:rPr lang="en-US" dirty="0" smtClean="0"/>
              <a:t> </a:t>
            </a:r>
            <a:r>
              <a:rPr lang="en-US" dirty="0" err="1" smtClean="0"/>
              <a:t>kemajuan</a:t>
            </a:r>
            <a:r>
              <a:rPr lang="en-US" dirty="0" smtClean="0"/>
              <a:t> </a:t>
            </a:r>
            <a:r>
              <a:rPr lang="en-US" dirty="0" err="1" smtClean="0"/>
              <a:t>teknologi</a:t>
            </a:r>
            <a:r>
              <a:rPr lang="en-US" dirty="0" smtClean="0"/>
              <a:t> </a:t>
            </a:r>
            <a:r>
              <a:rPr lang="en-US" dirty="0" err="1" smtClean="0"/>
              <a:t>informasi</a:t>
            </a:r>
            <a:r>
              <a:rPr lang="en-US" dirty="0" smtClean="0"/>
              <a:t> </a:t>
            </a:r>
            <a:r>
              <a:rPr lang="en-US" dirty="0" err="1" smtClean="0"/>
              <a:t>saat</a:t>
            </a:r>
            <a:endParaRPr lang="en-US" dirty="0" smtClean="0"/>
          </a:p>
          <a:p>
            <a:pPr algn="just"/>
            <a:r>
              <a:rPr lang="en-US" dirty="0" err="1" smtClean="0"/>
              <a:t>Ini</a:t>
            </a:r>
            <a:r>
              <a:rPr lang="en-US" dirty="0" smtClean="0"/>
              <a:t> </a:t>
            </a:r>
            <a:r>
              <a:rPr lang="en-US" dirty="0" err="1" smtClean="0"/>
              <a:t>tidak</a:t>
            </a:r>
            <a:r>
              <a:rPr lang="en-US" dirty="0" smtClean="0"/>
              <a:t> </a:t>
            </a:r>
            <a:r>
              <a:rPr lang="en-US" dirty="0" err="1" smtClean="0"/>
              <a:t>bisa</a:t>
            </a:r>
            <a:r>
              <a:rPr lang="en-US" dirty="0" smtClean="0"/>
              <a:t> di </a:t>
            </a:r>
            <a:r>
              <a:rPr lang="en-US" dirty="0" err="1" smtClean="0"/>
              <a:t>bendung</a:t>
            </a:r>
            <a:r>
              <a:rPr lang="en-US" dirty="0" smtClean="0"/>
              <a:t> , </a:t>
            </a:r>
            <a:r>
              <a:rPr lang="en-US" dirty="0" err="1" smtClean="0"/>
              <a:t>banyak</a:t>
            </a:r>
            <a:r>
              <a:rPr lang="en-US" dirty="0" smtClean="0"/>
              <a:t> </a:t>
            </a:r>
            <a:r>
              <a:rPr lang="en-US" dirty="0" err="1" smtClean="0"/>
              <a:t>nya</a:t>
            </a:r>
            <a:r>
              <a:rPr lang="en-US" dirty="0" smtClean="0"/>
              <a:t> </a:t>
            </a:r>
            <a:r>
              <a:rPr lang="en-US" dirty="0" err="1" smtClean="0"/>
              <a:t>masyarakat</a:t>
            </a:r>
            <a:r>
              <a:rPr lang="en-US" dirty="0" smtClean="0"/>
              <a:t> </a:t>
            </a:r>
            <a:r>
              <a:rPr lang="en-US" dirty="0" err="1" smtClean="0"/>
              <a:t>menggunakan</a:t>
            </a:r>
            <a:r>
              <a:rPr lang="en-US" dirty="0" smtClean="0"/>
              <a:t> </a:t>
            </a:r>
            <a:r>
              <a:rPr lang="en-US" dirty="0" err="1" smtClean="0"/>
              <a:t>perangkat</a:t>
            </a:r>
            <a:r>
              <a:rPr lang="en-US" dirty="0" smtClean="0"/>
              <a:t> </a:t>
            </a:r>
            <a:r>
              <a:rPr lang="en-US" dirty="0" err="1" smtClean="0"/>
              <a:t>selular</a:t>
            </a:r>
            <a:r>
              <a:rPr lang="en-US" dirty="0" smtClean="0"/>
              <a:t> </a:t>
            </a:r>
            <a:r>
              <a:rPr lang="en-US" dirty="0" err="1" smtClean="0"/>
              <a:t>berbasis</a:t>
            </a:r>
            <a:r>
              <a:rPr lang="en-US" dirty="0" smtClean="0"/>
              <a:t> smartphone</a:t>
            </a:r>
          </a:p>
          <a:p>
            <a:pPr algn="just"/>
            <a:r>
              <a:rPr lang="en-US" dirty="0" err="1" smtClean="0"/>
              <a:t>Memunkin</a:t>
            </a:r>
            <a:r>
              <a:rPr lang="en-US" dirty="0" smtClean="0"/>
              <a:t> </a:t>
            </a:r>
            <a:r>
              <a:rPr lang="en-US" dirty="0" err="1" smtClean="0"/>
              <a:t>kan</a:t>
            </a:r>
            <a:r>
              <a:rPr lang="en-US" dirty="0" smtClean="0"/>
              <a:t> </a:t>
            </a:r>
            <a:r>
              <a:rPr lang="en-US" dirty="0" err="1" smtClean="0"/>
              <a:t>masyarakat</a:t>
            </a:r>
            <a:r>
              <a:rPr lang="en-US" dirty="0" smtClean="0"/>
              <a:t> </a:t>
            </a:r>
            <a:r>
              <a:rPr lang="en-US" dirty="0" err="1" smtClean="0"/>
              <a:t>lebih</a:t>
            </a:r>
            <a:r>
              <a:rPr lang="en-US" dirty="0" smtClean="0"/>
              <a:t> </a:t>
            </a:r>
            <a:r>
              <a:rPr lang="en-US" dirty="0" err="1" smtClean="0"/>
              <a:t>kenal</a:t>
            </a:r>
            <a:r>
              <a:rPr lang="en-US" dirty="0" smtClean="0"/>
              <a:t> </a:t>
            </a:r>
            <a:r>
              <a:rPr lang="en-US" dirty="0" err="1" smtClean="0"/>
              <a:t>dengan</a:t>
            </a:r>
            <a:r>
              <a:rPr lang="en-US" dirty="0" smtClean="0"/>
              <a:t> </a:t>
            </a:r>
            <a:r>
              <a:rPr lang="en-US" dirty="0" err="1" smtClean="0"/>
              <a:t>toko</a:t>
            </a:r>
            <a:r>
              <a:rPr lang="en-US" dirty="0" smtClean="0"/>
              <a:t> online yang </a:t>
            </a:r>
            <a:r>
              <a:rPr lang="en-US" dirty="0" err="1" smtClean="0"/>
              <a:t>notaben</a:t>
            </a:r>
            <a:r>
              <a:rPr lang="en-US" dirty="0" smtClean="0"/>
              <a:t> </a:t>
            </a:r>
            <a:r>
              <a:rPr lang="en-US" dirty="0" err="1" smtClean="0"/>
              <a:t>nya</a:t>
            </a:r>
            <a:r>
              <a:rPr lang="en-US" dirty="0" smtClean="0"/>
              <a:t> </a:t>
            </a:r>
            <a:r>
              <a:rPr lang="en-US" dirty="0" err="1" smtClean="0"/>
              <a:t>lebih</a:t>
            </a:r>
            <a:r>
              <a:rPr lang="en-US" dirty="0" smtClean="0"/>
              <a:t> </a:t>
            </a:r>
            <a:r>
              <a:rPr lang="en-US" dirty="0" err="1" smtClean="0"/>
              <a:t>memperjualkan</a:t>
            </a:r>
            <a:r>
              <a:rPr lang="en-US" dirty="0" smtClean="0"/>
              <a:t> </a:t>
            </a:r>
            <a:r>
              <a:rPr lang="en-US" dirty="0" err="1" smtClean="0"/>
              <a:t>produk</a:t>
            </a:r>
            <a:r>
              <a:rPr lang="en-US" dirty="0"/>
              <a:t> </a:t>
            </a:r>
            <a:r>
              <a:rPr lang="en-US" dirty="0" err="1" smtClean="0"/>
              <a:t>perusahaan</a:t>
            </a:r>
            <a:r>
              <a:rPr lang="en-US" dirty="0" smtClean="0"/>
              <a:t> </a:t>
            </a:r>
            <a:r>
              <a:rPr lang="en-US" dirty="0" err="1" smtClean="0"/>
              <a:t>besar</a:t>
            </a:r>
            <a:r>
              <a:rPr lang="en-US" dirty="0" smtClean="0"/>
              <a:t> </a:t>
            </a:r>
            <a:r>
              <a:rPr lang="en-US" dirty="0" err="1" smtClean="0"/>
              <a:t>dalam</a:t>
            </a:r>
            <a:r>
              <a:rPr lang="en-US" dirty="0" smtClean="0"/>
              <a:t> </a:t>
            </a:r>
            <a:r>
              <a:rPr lang="en-US" dirty="0" err="1" smtClean="0"/>
              <a:t>negri</a:t>
            </a:r>
            <a:r>
              <a:rPr lang="en-US" dirty="0" smtClean="0"/>
              <a:t> </a:t>
            </a:r>
            <a:r>
              <a:rPr lang="en-US" dirty="0" err="1" smtClean="0"/>
              <a:t>maupun</a:t>
            </a:r>
            <a:r>
              <a:rPr lang="en-US" dirty="0" smtClean="0"/>
              <a:t> </a:t>
            </a:r>
            <a:r>
              <a:rPr lang="en-US" dirty="0" err="1" smtClean="0"/>
              <a:t>luar</a:t>
            </a:r>
            <a:r>
              <a:rPr lang="en-US" dirty="0" smtClean="0"/>
              <a:t> </a:t>
            </a:r>
            <a:r>
              <a:rPr lang="en-US" dirty="0" err="1" smtClean="0"/>
              <a:t>negri,untuk</a:t>
            </a:r>
            <a:r>
              <a:rPr lang="en-US" dirty="0" smtClean="0"/>
              <a:t> </a:t>
            </a:r>
            <a:r>
              <a:rPr lang="en-US" dirty="0" err="1" smtClean="0"/>
              <a:t>itu</a:t>
            </a:r>
            <a:r>
              <a:rPr lang="en-US" dirty="0" smtClean="0"/>
              <a:t> </a:t>
            </a:r>
            <a:r>
              <a:rPr lang="en-US" dirty="0" err="1" smtClean="0"/>
              <a:t>pelaku</a:t>
            </a:r>
            <a:r>
              <a:rPr lang="en-US" dirty="0" smtClean="0"/>
              <a:t> </a:t>
            </a:r>
            <a:r>
              <a:rPr lang="en-US" dirty="0" err="1" smtClean="0"/>
              <a:t>usaha</a:t>
            </a:r>
            <a:r>
              <a:rPr lang="en-US" dirty="0" smtClean="0"/>
              <a:t> </a:t>
            </a:r>
            <a:r>
              <a:rPr lang="en-US" dirty="0" err="1" smtClean="0"/>
              <a:t>kecil</a:t>
            </a:r>
            <a:r>
              <a:rPr lang="en-US" dirty="0" smtClean="0"/>
              <a:t> </a:t>
            </a:r>
            <a:r>
              <a:rPr lang="en-US" dirty="0" err="1" smtClean="0"/>
              <a:t>menengah</a:t>
            </a:r>
            <a:r>
              <a:rPr lang="en-US" dirty="0" smtClean="0"/>
              <a:t> (UMKM) </a:t>
            </a:r>
            <a:r>
              <a:rPr lang="en-US" dirty="0" err="1" smtClean="0"/>
              <a:t>mengalami</a:t>
            </a:r>
            <a:r>
              <a:rPr lang="en-US" dirty="0" smtClean="0"/>
              <a:t> </a:t>
            </a:r>
            <a:r>
              <a:rPr lang="en-US" dirty="0" err="1" smtClean="0"/>
              <a:t>masalah</a:t>
            </a:r>
            <a:r>
              <a:rPr lang="en-US" dirty="0" smtClean="0"/>
              <a:t> </a:t>
            </a:r>
            <a:r>
              <a:rPr lang="en-US" dirty="0" err="1" smtClean="0"/>
              <a:t>dalam</a:t>
            </a:r>
            <a:r>
              <a:rPr lang="en-US" dirty="0" smtClean="0"/>
              <a:t> </a:t>
            </a:r>
            <a:r>
              <a:rPr lang="en-US" dirty="0" err="1" smtClean="0"/>
              <a:t>mempromosikan</a:t>
            </a:r>
            <a:r>
              <a:rPr lang="en-US" dirty="0" smtClean="0"/>
              <a:t> </a:t>
            </a:r>
            <a:r>
              <a:rPr lang="en-US" dirty="0" err="1" smtClean="0"/>
              <a:t>produk</a:t>
            </a:r>
            <a:r>
              <a:rPr lang="en-US" dirty="0" smtClean="0"/>
              <a:t> </a:t>
            </a:r>
            <a:r>
              <a:rPr lang="en-US" dirty="0" err="1" smtClean="0"/>
              <a:t>usaha</a:t>
            </a:r>
            <a:r>
              <a:rPr lang="en-US" dirty="0" smtClean="0"/>
              <a:t> </a:t>
            </a:r>
            <a:r>
              <a:rPr lang="en-US" dirty="0" err="1" smtClean="0"/>
              <a:t>nya</a:t>
            </a:r>
            <a:r>
              <a:rPr lang="en-US" dirty="0" smtClean="0"/>
              <a:t> , </a:t>
            </a:r>
            <a:r>
              <a:rPr lang="en-US" dirty="0" err="1" smtClean="0"/>
              <a:t>maka</a:t>
            </a:r>
            <a:r>
              <a:rPr lang="en-US" dirty="0"/>
              <a:t> </a:t>
            </a:r>
            <a:r>
              <a:rPr lang="en-US" dirty="0" err="1" smtClean="0"/>
              <a:t>dari</a:t>
            </a:r>
            <a:r>
              <a:rPr lang="en-US" dirty="0" smtClean="0"/>
              <a:t> </a:t>
            </a:r>
            <a:r>
              <a:rPr lang="en-US" dirty="0" err="1" smtClean="0"/>
              <a:t>hal</a:t>
            </a:r>
            <a:r>
              <a:rPr lang="en-US" dirty="0" smtClean="0"/>
              <a:t> </a:t>
            </a:r>
            <a:r>
              <a:rPr lang="en-US" dirty="0" err="1" smtClean="0"/>
              <a:t>itu</a:t>
            </a:r>
            <a:r>
              <a:rPr lang="en-US" dirty="0" smtClean="0"/>
              <a:t> di </a:t>
            </a:r>
            <a:r>
              <a:rPr lang="en-US" dirty="0" err="1" smtClean="0"/>
              <a:t>buatlah</a:t>
            </a:r>
            <a:r>
              <a:rPr lang="en-US" dirty="0" smtClean="0"/>
              <a:t> </a:t>
            </a:r>
            <a:r>
              <a:rPr lang="en-US" dirty="0" err="1" smtClean="0"/>
              <a:t>sebuah</a:t>
            </a:r>
            <a:r>
              <a:rPr lang="en-US" dirty="0" smtClean="0"/>
              <a:t> </a:t>
            </a:r>
            <a:r>
              <a:rPr lang="en-US" dirty="0" err="1" smtClean="0"/>
              <a:t>sistem</a:t>
            </a:r>
            <a:r>
              <a:rPr lang="en-US" dirty="0" smtClean="0"/>
              <a:t> </a:t>
            </a:r>
            <a:r>
              <a:rPr lang="en-US" i="1" dirty="0" smtClean="0"/>
              <a:t>e-market place </a:t>
            </a:r>
            <a:r>
              <a:rPr lang="en-US" dirty="0" smtClean="0"/>
              <a:t>yang </a:t>
            </a:r>
            <a:r>
              <a:rPr lang="en-US" dirty="0" err="1" smtClean="0"/>
              <a:t>dikhususkan</a:t>
            </a:r>
            <a:r>
              <a:rPr lang="en-US" dirty="0" smtClean="0"/>
              <a:t> </a:t>
            </a:r>
            <a:r>
              <a:rPr lang="en-US" dirty="0" err="1" smtClean="0"/>
              <a:t>untuk</a:t>
            </a:r>
            <a:r>
              <a:rPr lang="en-US" dirty="0" smtClean="0"/>
              <a:t> </a:t>
            </a:r>
            <a:r>
              <a:rPr lang="en-US" dirty="0" err="1" smtClean="0"/>
              <a:t>penjualan</a:t>
            </a:r>
            <a:r>
              <a:rPr lang="en-US" dirty="0" smtClean="0"/>
              <a:t> </a:t>
            </a:r>
            <a:r>
              <a:rPr lang="en-US" dirty="0" err="1" smtClean="0"/>
              <a:t>produk</a:t>
            </a:r>
            <a:r>
              <a:rPr lang="en-US" dirty="0" smtClean="0"/>
              <a:t> </a:t>
            </a:r>
            <a:r>
              <a:rPr lang="en-US" dirty="0" err="1" smtClean="0"/>
              <a:t>berbasis</a:t>
            </a:r>
            <a:r>
              <a:rPr lang="en-US" dirty="0" smtClean="0"/>
              <a:t> Usaha Kecil </a:t>
            </a:r>
            <a:r>
              <a:rPr lang="en-US" dirty="0" err="1" smtClean="0"/>
              <a:t>Menengah</a:t>
            </a:r>
            <a:r>
              <a:rPr lang="en-US" dirty="0" smtClean="0"/>
              <a:t> (UMKM) , agar </a:t>
            </a:r>
            <a:r>
              <a:rPr lang="en-US" dirty="0" err="1" smtClean="0"/>
              <a:t>mempermudah</a:t>
            </a:r>
            <a:r>
              <a:rPr lang="en-US" dirty="0" smtClean="0"/>
              <a:t> </a:t>
            </a:r>
            <a:r>
              <a:rPr lang="en-US" dirty="0" err="1" smtClean="0"/>
              <a:t>pengusaha</a:t>
            </a:r>
            <a:r>
              <a:rPr lang="en-US" dirty="0" smtClean="0"/>
              <a:t> </a:t>
            </a:r>
            <a:r>
              <a:rPr lang="en-US" dirty="0" err="1" smtClean="0"/>
              <a:t>kecil</a:t>
            </a:r>
            <a:r>
              <a:rPr lang="en-US" dirty="0" smtClean="0"/>
              <a:t> </a:t>
            </a:r>
            <a:r>
              <a:rPr lang="en-US" dirty="0" err="1" smtClean="0"/>
              <a:t>menengah</a:t>
            </a:r>
            <a:r>
              <a:rPr lang="en-US" dirty="0" smtClean="0"/>
              <a:t> </a:t>
            </a:r>
            <a:r>
              <a:rPr lang="en-US" dirty="0" err="1" smtClean="0"/>
              <a:t>mendapatkan</a:t>
            </a:r>
            <a:r>
              <a:rPr lang="en-US" dirty="0" smtClean="0"/>
              <a:t> </a:t>
            </a:r>
            <a:r>
              <a:rPr lang="en-US" dirty="0" err="1" smtClean="0"/>
              <a:t>pasar</a:t>
            </a:r>
            <a:r>
              <a:rPr lang="en-US" dirty="0" smtClean="0"/>
              <a:t> </a:t>
            </a:r>
            <a:r>
              <a:rPr lang="en-US" dirty="0" err="1" smtClean="0"/>
              <a:t>sekaligus</a:t>
            </a:r>
            <a:r>
              <a:rPr lang="en-US" dirty="0" smtClean="0"/>
              <a:t> </a:t>
            </a:r>
            <a:r>
              <a:rPr lang="en-US" dirty="0" err="1" smtClean="0"/>
              <a:t>tempat</a:t>
            </a:r>
            <a:r>
              <a:rPr lang="en-US" dirty="0" smtClean="0"/>
              <a:t> </a:t>
            </a:r>
            <a:r>
              <a:rPr lang="en-US" dirty="0" err="1" smtClean="0"/>
              <a:t>promosi</a:t>
            </a:r>
            <a:r>
              <a:rPr lang="en-US" dirty="0" smtClean="0"/>
              <a:t> </a:t>
            </a:r>
            <a:r>
              <a:rPr lang="en-US" dirty="0" err="1" smtClean="0"/>
              <a:t>produk</a:t>
            </a:r>
            <a:r>
              <a:rPr lang="en-US" dirty="0" smtClean="0"/>
              <a:t> yang </a:t>
            </a:r>
            <a:r>
              <a:rPr lang="en-US" dirty="0" err="1" smtClean="0"/>
              <a:t>mudah</a:t>
            </a:r>
            <a:r>
              <a:rPr lang="en-US" dirty="0" smtClean="0"/>
              <a:t> </a:t>
            </a:r>
            <a:r>
              <a:rPr lang="en-US" dirty="0" err="1" smtClean="0"/>
              <a:t>dan</a:t>
            </a:r>
            <a:r>
              <a:rPr lang="en-US" dirty="0" smtClean="0"/>
              <a:t> </a:t>
            </a:r>
            <a:r>
              <a:rPr lang="en-US" dirty="0" err="1" smtClean="0"/>
              <a:t>murah</a:t>
            </a:r>
            <a:r>
              <a:rPr lang="en-US" dirty="0" smtClean="0"/>
              <a:t>.</a:t>
            </a:r>
            <a:endParaRPr lang="en-US" i="1" dirty="0" smtClean="0"/>
          </a:p>
          <a:p>
            <a:pPr algn="just"/>
            <a:r>
              <a:rPr lang="en-US" dirty="0" smtClean="0"/>
              <a:t> </a:t>
            </a:r>
            <a:endParaRPr lang="en-US" dirty="0"/>
          </a:p>
        </p:txBody>
      </p:sp>
    </p:spTree>
    <p:extLst>
      <p:ext uri="{BB962C8B-B14F-4D97-AF65-F5344CB8AC3E}">
        <p14:creationId xmlns:p14="http://schemas.microsoft.com/office/powerpoint/2010/main" val="3386184040"/>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
        <p:nvSpPr>
          <p:cNvPr id="5" name="TextBox 4"/>
          <p:cNvSpPr txBox="1"/>
          <p:nvPr/>
        </p:nvSpPr>
        <p:spPr>
          <a:xfrm>
            <a:off x="3657600" y="514350"/>
            <a:ext cx="1915909" cy="307777"/>
          </a:xfrm>
          <a:prstGeom prst="rect">
            <a:avLst/>
          </a:prstGeom>
          <a:noFill/>
        </p:spPr>
        <p:txBody>
          <a:bodyPr wrap="none" rtlCol="0">
            <a:spAutoFit/>
          </a:bodyPr>
          <a:lstStyle/>
          <a:p>
            <a:pPr lvl="1"/>
            <a:r>
              <a:rPr lang="en-US" b="1" dirty="0" err="1" smtClean="0"/>
              <a:t>Perumusan</a:t>
            </a:r>
            <a:r>
              <a:rPr lang="en-US" b="1" dirty="0" smtClean="0"/>
              <a:t> </a:t>
            </a:r>
            <a:r>
              <a:rPr lang="en-US" b="1" dirty="0" err="1"/>
              <a:t>Masalah</a:t>
            </a:r>
            <a:endParaRPr lang="en-US" sz="1600" b="1" dirty="0"/>
          </a:p>
        </p:txBody>
      </p:sp>
      <p:sp>
        <p:nvSpPr>
          <p:cNvPr id="6" name="TextBox 5"/>
          <p:cNvSpPr txBox="1"/>
          <p:nvPr/>
        </p:nvSpPr>
        <p:spPr>
          <a:xfrm>
            <a:off x="1377054" y="1428750"/>
            <a:ext cx="6477000" cy="3108543"/>
          </a:xfrm>
          <a:prstGeom prst="rect">
            <a:avLst/>
          </a:prstGeom>
          <a:noFill/>
        </p:spPr>
        <p:txBody>
          <a:bodyPr wrap="square" rtlCol="0">
            <a:spAutoFit/>
          </a:bodyPr>
          <a:lstStyle/>
          <a:p>
            <a:pPr marL="342900" lvl="0" indent="-342900">
              <a:buAutoNum type="arabicPeriod"/>
            </a:pPr>
            <a:r>
              <a:rPr lang="en-US" dirty="0" err="1" smtClean="0"/>
              <a:t>Bagaimana</a:t>
            </a:r>
            <a:r>
              <a:rPr lang="en-US" dirty="0" smtClean="0"/>
              <a:t> </a:t>
            </a:r>
            <a:r>
              <a:rPr lang="id-ID" dirty="0"/>
              <a:t>cara merancang</a:t>
            </a:r>
            <a:r>
              <a:rPr lang="en-US" dirty="0"/>
              <a:t> </a:t>
            </a:r>
            <a:r>
              <a:rPr lang="en-US" dirty="0" err="1"/>
              <a:t>sistem</a:t>
            </a:r>
            <a:r>
              <a:rPr lang="en-US" dirty="0"/>
              <a:t> </a:t>
            </a:r>
            <a:r>
              <a:rPr lang="en-US" dirty="0" err="1"/>
              <a:t>informasi</a:t>
            </a:r>
            <a:r>
              <a:rPr lang="en-US" dirty="0"/>
              <a:t> </a:t>
            </a:r>
            <a:r>
              <a:rPr lang="en-US" i="1" dirty="0"/>
              <a:t>e-marketplace</a:t>
            </a:r>
            <a:r>
              <a:rPr lang="en-US" dirty="0"/>
              <a:t> UMKM Kota Padang </a:t>
            </a:r>
            <a:r>
              <a:rPr lang="en-US" dirty="0" err="1"/>
              <a:t>pada</a:t>
            </a:r>
            <a:r>
              <a:rPr lang="en-US" dirty="0"/>
              <a:t> </a:t>
            </a:r>
            <a:r>
              <a:rPr lang="en-US" dirty="0" err="1"/>
              <a:t>dinas</a:t>
            </a:r>
            <a:r>
              <a:rPr lang="en-US" dirty="0"/>
              <a:t> </a:t>
            </a:r>
            <a:r>
              <a:rPr lang="en-US" dirty="0" err="1"/>
              <a:t>koperasi</a:t>
            </a:r>
            <a:r>
              <a:rPr lang="en-US" dirty="0"/>
              <a:t> </a:t>
            </a:r>
            <a:r>
              <a:rPr lang="en-US" dirty="0" err="1"/>
              <a:t>dan</a:t>
            </a:r>
            <a:r>
              <a:rPr lang="en-US" dirty="0"/>
              <a:t> UMKM Kota Padang </a:t>
            </a:r>
            <a:r>
              <a:rPr lang="en-US" dirty="0" smtClean="0"/>
              <a:t>?</a:t>
            </a:r>
          </a:p>
          <a:p>
            <a:pPr marL="342900" indent="-342900">
              <a:buFont typeface="Arial"/>
              <a:buAutoNum type="arabicPeriod"/>
            </a:pPr>
            <a:r>
              <a:rPr lang="en-US" dirty="0" err="1" smtClean="0"/>
              <a:t>Bagaimana</a:t>
            </a:r>
            <a:r>
              <a:rPr lang="en-US" dirty="0" smtClean="0"/>
              <a:t> </a:t>
            </a:r>
            <a:r>
              <a:rPr lang="en-US" dirty="0" err="1" smtClean="0"/>
              <a:t>cara</a:t>
            </a:r>
            <a:r>
              <a:rPr lang="en-US" dirty="0" smtClean="0"/>
              <a:t> </a:t>
            </a:r>
            <a:r>
              <a:rPr lang="en-US" dirty="0" err="1" smtClean="0"/>
              <a:t>mengimplementasikan</a:t>
            </a:r>
            <a:r>
              <a:rPr lang="en-US" dirty="0" smtClean="0"/>
              <a:t> </a:t>
            </a:r>
            <a:r>
              <a:rPr lang="en-US" dirty="0" err="1"/>
              <a:t>bahasa</a:t>
            </a:r>
            <a:r>
              <a:rPr lang="en-US" dirty="0"/>
              <a:t> </a:t>
            </a:r>
            <a:r>
              <a:rPr lang="en-US" dirty="0" err="1"/>
              <a:t>pemprograman</a:t>
            </a:r>
            <a:r>
              <a:rPr lang="en-US" dirty="0"/>
              <a:t> </a:t>
            </a:r>
            <a:r>
              <a:rPr lang="en-US" i="1" dirty="0"/>
              <a:t>PHP</a:t>
            </a:r>
            <a:r>
              <a:rPr lang="en-US" dirty="0"/>
              <a:t> </a:t>
            </a:r>
            <a:r>
              <a:rPr lang="en-US" dirty="0" err="1"/>
              <a:t>dan</a:t>
            </a:r>
            <a:r>
              <a:rPr lang="en-US" dirty="0"/>
              <a:t> </a:t>
            </a:r>
            <a:r>
              <a:rPr lang="en-US" i="1" dirty="0"/>
              <a:t>MySQL</a:t>
            </a:r>
            <a:r>
              <a:rPr lang="en-US" dirty="0"/>
              <a:t> </a:t>
            </a:r>
            <a:r>
              <a:rPr lang="en-US" dirty="0" err="1"/>
              <a:t>untuk</a:t>
            </a:r>
            <a:r>
              <a:rPr lang="en-US" dirty="0"/>
              <a:t> </a:t>
            </a:r>
            <a:r>
              <a:rPr lang="en-US" dirty="0" err="1"/>
              <a:t>dapat</a:t>
            </a:r>
            <a:r>
              <a:rPr lang="en-US" dirty="0"/>
              <a:t> </a:t>
            </a:r>
            <a:r>
              <a:rPr lang="en-US" dirty="0" err="1"/>
              <a:t>digunaka</a:t>
            </a:r>
            <a:r>
              <a:rPr lang="id-ID" dirty="0"/>
              <a:t>n </a:t>
            </a:r>
            <a:r>
              <a:rPr lang="en-US" dirty="0" err="1"/>
              <a:t>dalam</a:t>
            </a:r>
            <a:r>
              <a:rPr lang="en-US" dirty="0"/>
              <a:t> </a:t>
            </a:r>
            <a:r>
              <a:rPr lang="en-US" dirty="0" err="1"/>
              <a:t>menyelesaikan</a:t>
            </a:r>
            <a:r>
              <a:rPr lang="en-US" dirty="0"/>
              <a:t> </a:t>
            </a:r>
            <a:r>
              <a:rPr lang="en-US" dirty="0" err="1"/>
              <a:t>masalah</a:t>
            </a:r>
            <a:r>
              <a:rPr lang="en-US" dirty="0"/>
              <a:t> </a:t>
            </a:r>
            <a:r>
              <a:rPr lang="en-US" dirty="0" err="1"/>
              <a:t>peracangan</a:t>
            </a:r>
            <a:r>
              <a:rPr lang="en-US" dirty="0"/>
              <a:t> </a:t>
            </a:r>
            <a:r>
              <a:rPr lang="en-US" dirty="0" err="1"/>
              <a:t>sistem</a:t>
            </a:r>
            <a:r>
              <a:rPr lang="en-US" dirty="0"/>
              <a:t> </a:t>
            </a:r>
            <a:r>
              <a:rPr lang="en-US" dirty="0" err="1"/>
              <a:t>informasi</a:t>
            </a:r>
            <a:r>
              <a:rPr lang="en-US" dirty="0"/>
              <a:t> </a:t>
            </a:r>
            <a:r>
              <a:rPr lang="en-US" i="1" dirty="0"/>
              <a:t>e-marketplace</a:t>
            </a:r>
            <a:r>
              <a:rPr lang="en-US" dirty="0"/>
              <a:t> UMKM Kota Padang ?</a:t>
            </a:r>
          </a:p>
          <a:p>
            <a:pPr marL="342900" indent="-342900">
              <a:buFont typeface="Arial"/>
              <a:buAutoNum type="arabicPeriod"/>
            </a:pPr>
            <a:r>
              <a:rPr lang="en-US" dirty="0" err="1"/>
              <a:t>Bagaimana</a:t>
            </a:r>
            <a:r>
              <a:rPr lang="en-US" dirty="0"/>
              <a:t> </a:t>
            </a:r>
            <a:r>
              <a:rPr lang="en-US" dirty="0" err="1"/>
              <a:t>meningkat</a:t>
            </a:r>
            <a:r>
              <a:rPr lang="en-US" dirty="0"/>
              <a:t> </a:t>
            </a:r>
            <a:r>
              <a:rPr lang="en-US" dirty="0" err="1"/>
              <a:t>promosi</a:t>
            </a:r>
            <a:r>
              <a:rPr lang="en-US" dirty="0"/>
              <a:t> </a:t>
            </a:r>
            <a:r>
              <a:rPr lang="en-US" dirty="0" err="1"/>
              <a:t>dan</a:t>
            </a:r>
            <a:r>
              <a:rPr lang="en-US" dirty="0"/>
              <a:t> SEO (</a:t>
            </a:r>
            <a:r>
              <a:rPr lang="en-US" i="1" dirty="0"/>
              <a:t>Search Engine </a:t>
            </a:r>
            <a:r>
              <a:rPr lang="en-US" i="1" dirty="0" err="1"/>
              <a:t>Optimalization</a:t>
            </a:r>
            <a:r>
              <a:rPr lang="en-US" dirty="0"/>
              <a:t>) </a:t>
            </a:r>
            <a:r>
              <a:rPr lang="en-US" dirty="0" err="1"/>
              <a:t>dan</a:t>
            </a:r>
            <a:r>
              <a:rPr lang="en-US" dirty="0"/>
              <a:t> </a:t>
            </a:r>
            <a:r>
              <a:rPr lang="en-US" dirty="0" err="1"/>
              <a:t>promosi</a:t>
            </a:r>
            <a:r>
              <a:rPr lang="en-US" dirty="0"/>
              <a:t> </a:t>
            </a:r>
            <a:r>
              <a:rPr lang="en-US" dirty="0" err="1"/>
              <a:t>aplikasi</a:t>
            </a:r>
            <a:r>
              <a:rPr lang="en-US" dirty="0"/>
              <a:t>  </a:t>
            </a:r>
            <a:r>
              <a:rPr lang="en-US" i="1" dirty="0"/>
              <a:t>e-marketplace</a:t>
            </a:r>
            <a:r>
              <a:rPr lang="en-US" dirty="0"/>
              <a:t> UMKM Kota Padang.</a:t>
            </a:r>
          </a:p>
          <a:p>
            <a:pPr marL="342900" indent="-342900">
              <a:buFont typeface="Arial"/>
              <a:buAutoNum type="arabicPeriod"/>
            </a:pPr>
            <a:r>
              <a:rPr lang="en-US" dirty="0" err="1"/>
              <a:t>Bagaimana</a:t>
            </a:r>
            <a:r>
              <a:rPr lang="en-US" dirty="0"/>
              <a:t> </a:t>
            </a:r>
            <a:r>
              <a:rPr lang="en-US" dirty="0" err="1"/>
              <a:t>menampilkan</a:t>
            </a:r>
            <a:r>
              <a:rPr lang="en-US" dirty="0"/>
              <a:t> </a:t>
            </a:r>
            <a:r>
              <a:rPr lang="en-US" dirty="0" err="1"/>
              <a:t>profil</a:t>
            </a:r>
            <a:r>
              <a:rPr lang="en-US" dirty="0"/>
              <a:t> </a:t>
            </a:r>
            <a:r>
              <a:rPr lang="en-US" dirty="0" err="1"/>
              <a:t>pendagang</a:t>
            </a:r>
            <a:r>
              <a:rPr lang="en-US" dirty="0"/>
              <a:t> UMKM Kota Padang </a:t>
            </a:r>
            <a:r>
              <a:rPr lang="en-US" dirty="0" err="1"/>
              <a:t>dengan</a:t>
            </a:r>
            <a:r>
              <a:rPr lang="en-US" dirty="0"/>
              <a:t> </a:t>
            </a:r>
            <a:r>
              <a:rPr lang="en-US" dirty="0" err="1"/>
              <a:t>produk</a:t>
            </a:r>
            <a:r>
              <a:rPr lang="en-US" dirty="0"/>
              <a:t> yang di </a:t>
            </a:r>
            <a:r>
              <a:rPr lang="en-US" dirty="0" err="1"/>
              <a:t>jual</a:t>
            </a:r>
            <a:r>
              <a:rPr lang="en-US" dirty="0"/>
              <a:t> </a:t>
            </a:r>
            <a:r>
              <a:rPr lang="en-US" dirty="0" err="1"/>
              <a:t>pada</a:t>
            </a:r>
            <a:r>
              <a:rPr lang="en-US" dirty="0"/>
              <a:t> </a:t>
            </a:r>
            <a:r>
              <a:rPr lang="en-US" i="1" dirty="0"/>
              <a:t>e-marketplace</a:t>
            </a:r>
            <a:r>
              <a:rPr lang="en-US" dirty="0"/>
              <a:t> </a:t>
            </a:r>
            <a:r>
              <a:rPr lang="en-US" dirty="0" err="1"/>
              <a:t>dapat</a:t>
            </a:r>
            <a:r>
              <a:rPr lang="en-US" dirty="0"/>
              <a:t> </a:t>
            </a:r>
            <a:r>
              <a:rPr lang="en-US" dirty="0" err="1"/>
              <a:t>lebih</a:t>
            </a:r>
            <a:r>
              <a:rPr lang="en-US" dirty="0"/>
              <a:t> </a:t>
            </a:r>
            <a:r>
              <a:rPr lang="en-US" dirty="0" err="1"/>
              <a:t>meningkat</a:t>
            </a:r>
            <a:r>
              <a:rPr lang="en-US" dirty="0"/>
              <a:t> </a:t>
            </a:r>
            <a:r>
              <a:rPr lang="en-US" i="1" dirty="0"/>
              <a:t>profit</a:t>
            </a:r>
            <a:r>
              <a:rPr lang="en-US" dirty="0"/>
              <a:t> </a:t>
            </a:r>
            <a:r>
              <a:rPr lang="en-US" dirty="0" err="1"/>
              <a:t>dan</a:t>
            </a:r>
            <a:r>
              <a:rPr lang="en-US" dirty="0"/>
              <a:t> </a:t>
            </a:r>
            <a:r>
              <a:rPr lang="en-US" dirty="0" err="1"/>
              <a:t>keuntungan</a:t>
            </a:r>
            <a:r>
              <a:rPr lang="en-US" dirty="0"/>
              <a:t> ?</a:t>
            </a:r>
          </a:p>
          <a:p>
            <a:pPr marL="342900" indent="-342900">
              <a:buFont typeface="Arial"/>
              <a:buAutoNum type="arabicPeriod"/>
            </a:pPr>
            <a:r>
              <a:rPr lang="en-US" dirty="0" err="1"/>
              <a:t>Bagaimana</a:t>
            </a:r>
            <a:r>
              <a:rPr lang="en-US" dirty="0"/>
              <a:t> </a:t>
            </a:r>
            <a:r>
              <a:rPr lang="en-US" dirty="0" err="1"/>
              <a:t>mengenalkan</a:t>
            </a:r>
            <a:r>
              <a:rPr lang="en-US" dirty="0"/>
              <a:t> </a:t>
            </a:r>
            <a:r>
              <a:rPr lang="en-US" dirty="0" err="1"/>
              <a:t>pelaku</a:t>
            </a:r>
            <a:r>
              <a:rPr lang="en-US" dirty="0"/>
              <a:t> </a:t>
            </a:r>
            <a:r>
              <a:rPr lang="en-US" dirty="0" err="1"/>
              <a:t>bisnis</a:t>
            </a:r>
            <a:r>
              <a:rPr lang="en-US" dirty="0"/>
              <a:t> UMKM Kota Padang </a:t>
            </a:r>
            <a:r>
              <a:rPr lang="en-US" dirty="0" err="1"/>
              <a:t>dalam</a:t>
            </a:r>
            <a:r>
              <a:rPr lang="en-US" dirty="0"/>
              <a:t> </a:t>
            </a:r>
            <a:r>
              <a:rPr lang="en-US" dirty="0" err="1"/>
              <a:t>mempromosikan</a:t>
            </a:r>
            <a:r>
              <a:rPr lang="en-US" dirty="0"/>
              <a:t> </a:t>
            </a:r>
            <a:r>
              <a:rPr lang="en-US" dirty="0" err="1"/>
              <a:t>hasil</a:t>
            </a:r>
            <a:r>
              <a:rPr lang="en-US" dirty="0"/>
              <a:t> </a:t>
            </a:r>
            <a:r>
              <a:rPr lang="en-US" dirty="0" err="1"/>
              <a:t>kerajinan</a:t>
            </a:r>
            <a:r>
              <a:rPr lang="en-US" dirty="0"/>
              <a:t> </a:t>
            </a:r>
            <a:r>
              <a:rPr lang="en-US" dirty="0" err="1"/>
              <a:t>dan</a:t>
            </a:r>
            <a:r>
              <a:rPr lang="en-US" dirty="0"/>
              <a:t> </a:t>
            </a:r>
            <a:r>
              <a:rPr lang="en-US" dirty="0" err="1"/>
              <a:t>produk</a:t>
            </a:r>
            <a:r>
              <a:rPr lang="en-US" dirty="0"/>
              <a:t> UMKM </a:t>
            </a:r>
            <a:r>
              <a:rPr lang="en-US" dirty="0" err="1"/>
              <a:t>melalui</a:t>
            </a:r>
            <a:r>
              <a:rPr lang="en-US" dirty="0"/>
              <a:t> </a:t>
            </a:r>
            <a:r>
              <a:rPr lang="en-US" i="1" dirty="0"/>
              <a:t>e-market place</a:t>
            </a:r>
            <a:r>
              <a:rPr lang="en-US" dirty="0"/>
              <a:t>?</a:t>
            </a:r>
          </a:p>
          <a:p>
            <a:pPr marL="342900" lvl="0" indent="-342900">
              <a:buAutoNum type="arabicPeriod"/>
            </a:pPr>
            <a:endParaRPr lang="en-US" dirty="0"/>
          </a:p>
          <a:p>
            <a:endParaRPr lang="en-US" dirty="0"/>
          </a:p>
        </p:txBody>
      </p:sp>
    </p:spTree>
    <p:extLst>
      <p:ext uri="{BB962C8B-B14F-4D97-AF65-F5344CB8AC3E}">
        <p14:creationId xmlns:p14="http://schemas.microsoft.com/office/powerpoint/2010/main" val="2919880621"/>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
        <p:nvSpPr>
          <p:cNvPr id="5" name="TextBox 4"/>
          <p:cNvSpPr txBox="1"/>
          <p:nvPr/>
        </p:nvSpPr>
        <p:spPr>
          <a:xfrm>
            <a:off x="1219200" y="438150"/>
            <a:ext cx="7086600" cy="3662541"/>
          </a:xfrm>
          <a:prstGeom prst="rect">
            <a:avLst/>
          </a:prstGeom>
          <a:noFill/>
        </p:spPr>
        <p:txBody>
          <a:bodyPr wrap="square" rtlCol="0">
            <a:spAutoFit/>
          </a:bodyPr>
          <a:lstStyle/>
          <a:p>
            <a:pPr lvl="1"/>
            <a:r>
              <a:rPr lang="en-US" b="1" dirty="0" err="1"/>
              <a:t>Tujuan</a:t>
            </a:r>
            <a:r>
              <a:rPr lang="en-US" b="1" dirty="0"/>
              <a:t> </a:t>
            </a:r>
            <a:r>
              <a:rPr lang="en-US" b="1" dirty="0" err="1" smtClean="0"/>
              <a:t>Penelitian</a:t>
            </a:r>
            <a:r>
              <a:rPr lang="en-US" b="1" dirty="0" smtClean="0"/>
              <a:t> :</a:t>
            </a:r>
            <a:endParaRPr lang="en-US" sz="1600" b="1" dirty="0"/>
          </a:p>
          <a:p>
            <a:r>
              <a:rPr lang="en-US" dirty="0"/>
              <a:t> </a:t>
            </a:r>
          </a:p>
          <a:p>
            <a:r>
              <a:rPr lang="en-US" dirty="0" err="1"/>
              <a:t>Adapun</a:t>
            </a:r>
            <a:r>
              <a:rPr lang="en-US" dirty="0"/>
              <a:t> </a:t>
            </a:r>
            <a:r>
              <a:rPr lang="en-US" dirty="0" err="1"/>
              <a:t>tujuan</a:t>
            </a:r>
            <a:r>
              <a:rPr lang="en-US" dirty="0"/>
              <a:t> </a:t>
            </a:r>
            <a:r>
              <a:rPr lang="en-US" dirty="0" err="1"/>
              <a:t>dari</a:t>
            </a:r>
            <a:r>
              <a:rPr lang="en-US" dirty="0"/>
              <a:t> </a:t>
            </a:r>
            <a:r>
              <a:rPr lang="en-US" dirty="0" err="1"/>
              <a:t>penelitian</a:t>
            </a:r>
            <a:r>
              <a:rPr lang="en-US" dirty="0"/>
              <a:t> </a:t>
            </a:r>
            <a:r>
              <a:rPr lang="en-US" dirty="0" err="1"/>
              <a:t>ini</a:t>
            </a:r>
            <a:r>
              <a:rPr lang="en-US" dirty="0"/>
              <a:t> </a:t>
            </a:r>
            <a:r>
              <a:rPr lang="en-US" dirty="0" err="1"/>
              <a:t>dapat</a:t>
            </a:r>
            <a:r>
              <a:rPr lang="en-US" dirty="0"/>
              <a:t> di </a:t>
            </a:r>
            <a:r>
              <a:rPr lang="en-US" dirty="0" err="1"/>
              <a:t>jabarkan</a:t>
            </a:r>
            <a:r>
              <a:rPr lang="en-US" dirty="0"/>
              <a:t> </a:t>
            </a:r>
            <a:r>
              <a:rPr lang="en-US" dirty="0" err="1"/>
              <a:t>sebagai</a:t>
            </a:r>
            <a:r>
              <a:rPr lang="en-US" dirty="0"/>
              <a:t> </a:t>
            </a:r>
            <a:r>
              <a:rPr lang="en-US" dirty="0" err="1"/>
              <a:t>berikut</a:t>
            </a:r>
            <a:r>
              <a:rPr lang="en-US" dirty="0"/>
              <a:t> </a:t>
            </a:r>
            <a:r>
              <a:rPr lang="en-US" dirty="0" smtClean="0"/>
              <a:t>:</a:t>
            </a:r>
          </a:p>
          <a:p>
            <a:endParaRPr lang="en-US" sz="1200" dirty="0"/>
          </a:p>
          <a:p>
            <a:pPr marL="342900" lvl="0" indent="-342900">
              <a:buFont typeface="+mj-lt"/>
              <a:buAutoNum type="arabicPeriod"/>
            </a:pPr>
            <a:r>
              <a:rPr lang="en-US" dirty="0" err="1" smtClean="0"/>
              <a:t>Untuk</a:t>
            </a:r>
            <a:r>
              <a:rPr lang="en-US" dirty="0" smtClean="0"/>
              <a:t> </a:t>
            </a:r>
            <a:r>
              <a:rPr lang="en-US" dirty="0"/>
              <a:t>m</a:t>
            </a:r>
            <a:r>
              <a:rPr lang="id-ID" dirty="0"/>
              <a:t>erancang </a:t>
            </a:r>
            <a:r>
              <a:rPr lang="en-US" dirty="0" err="1"/>
              <a:t>Aplikasi</a:t>
            </a:r>
            <a:r>
              <a:rPr lang="en-US" dirty="0"/>
              <a:t> </a:t>
            </a:r>
            <a:r>
              <a:rPr lang="en-US" dirty="0" err="1"/>
              <a:t>sistem</a:t>
            </a:r>
            <a:r>
              <a:rPr lang="en-US" dirty="0"/>
              <a:t> </a:t>
            </a:r>
            <a:r>
              <a:rPr lang="en-US" dirty="0" err="1"/>
              <a:t>informasi</a:t>
            </a:r>
            <a:r>
              <a:rPr lang="en-US" dirty="0"/>
              <a:t> </a:t>
            </a:r>
            <a:r>
              <a:rPr lang="en-US" i="1" dirty="0"/>
              <a:t>e-marketplace </a:t>
            </a:r>
            <a:r>
              <a:rPr lang="en-US" dirty="0"/>
              <a:t>UMKM Kota Padang </a:t>
            </a:r>
            <a:r>
              <a:rPr lang="en-US" dirty="0" err="1"/>
              <a:t>menggunakan</a:t>
            </a:r>
            <a:r>
              <a:rPr lang="en-US" dirty="0"/>
              <a:t> </a:t>
            </a:r>
            <a:r>
              <a:rPr lang="en-US" dirty="0" err="1"/>
              <a:t>bahasa</a:t>
            </a:r>
            <a:r>
              <a:rPr lang="en-US" dirty="0"/>
              <a:t> </a:t>
            </a:r>
            <a:r>
              <a:rPr lang="en-US" dirty="0" err="1"/>
              <a:t>pemprograman</a:t>
            </a:r>
            <a:r>
              <a:rPr lang="en-US" dirty="0"/>
              <a:t> PHP </a:t>
            </a:r>
            <a:r>
              <a:rPr lang="en-US" dirty="0" err="1"/>
              <a:t>dan</a:t>
            </a:r>
            <a:r>
              <a:rPr lang="en-US" dirty="0"/>
              <a:t> </a:t>
            </a:r>
            <a:r>
              <a:rPr lang="en-US" dirty="0" err="1"/>
              <a:t>Mysql</a:t>
            </a:r>
            <a:r>
              <a:rPr lang="en-US" dirty="0"/>
              <a:t> </a:t>
            </a:r>
            <a:r>
              <a:rPr lang="en-US" dirty="0" err="1"/>
              <a:t>sebagai</a:t>
            </a:r>
            <a:r>
              <a:rPr lang="en-US" dirty="0"/>
              <a:t> Media </a:t>
            </a:r>
            <a:r>
              <a:rPr lang="en-US" dirty="0" err="1"/>
              <a:t>promosi</a:t>
            </a:r>
            <a:r>
              <a:rPr lang="en-US" dirty="0"/>
              <a:t> </a:t>
            </a:r>
            <a:r>
              <a:rPr lang="en-US" dirty="0" err="1"/>
              <a:t>Produk</a:t>
            </a:r>
            <a:r>
              <a:rPr lang="en-US" dirty="0"/>
              <a:t> UMKM yang </a:t>
            </a:r>
            <a:r>
              <a:rPr lang="en-US" dirty="0" err="1"/>
              <a:t>ada</a:t>
            </a:r>
            <a:r>
              <a:rPr lang="en-US" dirty="0"/>
              <a:t> di </a:t>
            </a:r>
            <a:r>
              <a:rPr lang="en-US" dirty="0" err="1"/>
              <a:t>kota</a:t>
            </a:r>
            <a:r>
              <a:rPr lang="en-US" dirty="0"/>
              <a:t> </a:t>
            </a:r>
            <a:r>
              <a:rPr lang="en-US" dirty="0" err="1"/>
              <a:t>padang</a:t>
            </a:r>
            <a:r>
              <a:rPr lang="en-US" dirty="0" smtClean="0"/>
              <a:t>.</a:t>
            </a:r>
          </a:p>
          <a:p>
            <a:pPr marL="342900" lvl="0" indent="-342900">
              <a:buFont typeface="+mj-lt"/>
              <a:buAutoNum type="arabicPeriod"/>
            </a:pPr>
            <a:endParaRPr lang="en-US" dirty="0" smtClean="0"/>
          </a:p>
          <a:p>
            <a:pPr marL="342900" lvl="0" indent="-342900">
              <a:buFont typeface="+mj-lt"/>
              <a:buAutoNum type="arabicPeriod"/>
            </a:pPr>
            <a:r>
              <a:rPr lang="en-US" dirty="0" err="1" smtClean="0"/>
              <a:t>Untuk</a:t>
            </a:r>
            <a:r>
              <a:rPr lang="en-US" dirty="0" smtClean="0"/>
              <a:t> </a:t>
            </a:r>
            <a:r>
              <a:rPr lang="en-US" dirty="0" err="1"/>
              <a:t>menerapkan</a:t>
            </a:r>
            <a:r>
              <a:rPr lang="en-US" dirty="0"/>
              <a:t> </a:t>
            </a:r>
            <a:r>
              <a:rPr lang="en-US" dirty="0" err="1"/>
              <a:t>bahasa</a:t>
            </a:r>
            <a:r>
              <a:rPr lang="en-US" dirty="0"/>
              <a:t> </a:t>
            </a:r>
            <a:r>
              <a:rPr lang="en-US" dirty="0" err="1"/>
              <a:t>pemprograman</a:t>
            </a:r>
            <a:r>
              <a:rPr lang="en-US" dirty="0"/>
              <a:t> PHP </a:t>
            </a:r>
            <a:r>
              <a:rPr lang="en-US" dirty="0" err="1"/>
              <a:t>dan</a:t>
            </a:r>
            <a:r>
              <a:rPr lang="en-US" dirty="0"/>
              <a:t> database </a:t>
            </a:r>
            <a:r>
              <a:rPr lang="en-US" dirty="0" err="1"/>
              <a:t>Mysql</a:t>
            </a:r>
            <a:r>
              <a:rPr lang="en-US" dirty="0"/>
              <a:t>  </a:t>
            </a:r>
            <a:r>
              <a:rPr lang="en-US" dirty="0" err="1"/>
              <a:t>menggunakan</a:t>
            </a:r>
            <a:r>
              <a:rPr lang="en-US" dirty="0"/>
              <a:t> </a:t>
            </a:r>
            <a:r>
              <a:rPr lang="en-US" dirty="0" err="1"/>
              <a:t>metode</a:t>
            </a:r>
            <a:r>
              <a:rPr lang="en-US" dirty="0"/>
              <a:t> </a:t>
            </a:r>
            <a:r>
              <a:rPr lang="en-US" dirty="0" err="1"/>
              <a:t>pemprograman</a:t>
            </a:r>
            <a:r>
              <a:rPr lang="en-US" dirty="0"/>
              <a:t> </a:t>
            </a:r>
            <a:r>
              <a:rPr lang="en-US" i="1" dirty="0"/>
              <a:t>Object Oriented Programing</a:t>
            </a:r>
            <a:r>
              <a:rPr lang="en-US" dirty="0"/>
              <a:t> (OOP</a:t>
            </a:r>
            <a:r>
              <a:rPr lang="en-US" dirty="0" smtClean="0"/>
              <a:t>).</a:t>
            </a:r>
          </a:p>
          <a:p>
            <a:pPr marL="228600" lvl="0" indent="-228600">
              <a:buFont typeface="+mj-lt"/>
              <a:buAutoNum type="arabicPeriod"/>
            </a:pPr>
            <a:endParaRPr lang="en-US" sz="1200" dirty="0"/>
          </a:p>
          <a:p>
            <a:pPr marL="342900" lvl="0" indent="-342900">
              <a:buFont typeface="+mj-lt"/>
              <a:buAutoNum type="arabicPeriod"/>
            </a:pPr>
            <a:r>
              <a:rPr lang="en-US" dirty="0" err="1"/>
              <a:t>Untuk</a:t>
            </a:r>
            <a:r>
              <a:rPr lang="en-US" dirty="0"/>
              <a:t> </a:t>
            </a:r>
            <a:r>
              <a:rPr lang="en-US" dirty="0" err="1"/>
              <a:t>membuat</a:t>
            </a:r>
            <a:r>
              <a:rPr lang="en-US" dirty="0"/>
              <a:t> kata </a:t>
            </a:r>
            <a:r>
              <a:rPr lang="en-US" dirty="0" err="1"/>
              <a:t>kunci</a:t>
            </a:r>
            <a:r>
              <a:rPr lang="en-US" dirty="0"/>
              <a:t> </a:t>
            </a:r>
            <a:r>
              <a:rPr lang="en-US" dirty="0" err="1"/>
              <a:t>penelusuran</a:t>
            </a:r>
            <a:r>
              <a:rPr lang="en-US" dirty="0"/>
              <a:t> </a:t>
            </a:r>
            <a:r>
              <a:rPr lang="en-US" dirty="0" err="1"/>
              <a:t>produk</a:t>
            </a:r>
            <a:r>
              <a:rPr lang="en-US" dirty="0"/>
              <a:t> UMKM </a:t>
            </a:r>
            <a:r>
              <a:rPr lang="en-US" dirty="0" err="1"/>
              <a:t>pada</a:t>
            </a:r>
            <a:r>
              <a:rPr lang="en-US" dirty="0"/>
              <a:t> </a:t>
            </a:r>
            <a:r>
              <a:rPr lang="en-US" i="1" dirty="0"/>
              <a:t>search engine</a:t>
            </a:r>
            <a:r>
              <a:rPr lang="en-US" dirty="0"/>
              <a:t> </a:t>
            </a:r>
            <a:r>
              <a:rPr lang="en-US" i="1" dirty="0"/>
              <a:t>internet</a:t>
            </a:r>
            <a:r>
              <a:rPr lang="en-US" dirty="0"/>
              <a:t> </a:t>
            </a:r>
            <a:r>
              <a:rPr lang="en-US" dirty="0" err="1"/>
              <a:t>dengan</a:t>
            </a:r>
            <a:r>
              <a:rPr lang="en-US" dirty="0"/>
              <a:t> </a:t>
            </a:r>
            <a:r>
              <a:rPr lang="en-US" dirty="0" err="1"/>
              <a:t>memperbanyak</a:t>
            </a:r>
            <a:r>
              <a:rPr lang="en-US" dirty="0"/>
              <a:t> kata </a:t>
            </a:r>
            <a:r>
              <a:rPr lang="en-US" dirty="0" err="1"/>
              <a:t>penelusuran</a:t>
            </a:r>
            <a:r>
              <a:rPr lang="en-US" dirty="0"/>
              <a:t> </a:t>
            </a:r>
            <a:r>
              <a:rPr lang="en-US" dirty="0" err="1"/>
              <a:t>tentang</a:t>
            </a:r>
            <a:r>
              <a:rPr lang="en-US" dirty="0"/>
              <a:t> </a:t>
            </a:r>
            <a:r>
              <a:rPr lang="en-US" dirty="0" err="1"/>
              <a:t>keberadaan</a:t>
            </a:r>
            <a:r>
              <a:rPr lang="en-US" dirty="0"/>
              <a:t> </a:t>
            </a:r>
            <a:r>
              <a:rPr lang="en-US" dirty="0" err="1"/>
              <a:t>aplikasi</a:t>
            </a:r>
            <a:r>
              <a:rPr lang="en-US" dirty="0"/>
              <a:t> </a:t>
            </a:r>
            <a:r>
              <a:rPr lang="en-US" dirty="0" err="1"/>
              <a:t>atau</a:t>
            </a:r>
            <a:r>
              <a:rPr lang="en-US" dirty="0"/>
              <a:t> </a:t>
            </a:r>
            <a:r>
              <a:rPr lang="en-US" i="1" dirty="0"/>
              <a:t>system</a:t>
            </a:r>
            <a:r>
              <a:rPr lang="en-US" dirty="0"/>
              <a:t> </a:t>
            </a:r>
            <a:r>
              <a:rPr lang="en-US" dirty="0" err="1"/>
              <a:t>informasi</a:t>
            </a:r>
            <a:r>
              <a:rPr lang="en-US" dirty="0"/>
              <a:t> yang di </a:t>
            </a:r>
            <a:r>
              <a:rPr lang="en-US" dirty="0" err="1"/>
              <a:t>bangun</a:t>
            </a:r>
            <a:r>
              <a:rPr lang="en-US" dirty="0" smtClean="0"/>
              <a:t>.</a:t>
            </a:r>
          </a:p>
          <a:p>
            <a:pPr lvl="0"/>
            <a:endParaRPr lang="en-US" sz="1200" dirty="0"/>
          </a:p>
          <a:p>
            <a:pPr lvl="0"/>
            <a:r>
              <a:rPr lang="en-US" dirty="0" smtClean="0"/>
              <a:t> </a:t>
            </a:r>
            <a:endParaRPr lang="en-US" sz="1200" dirty="0"/>
          </a:p>
          <a:p>
            <a:endParaRPr lang="en-US" dirty="0"/>
          </a:p>
        </p:txBody>
      </p:sp>
    </p:spTree>
    <p:extLst>
      <p:ext uri="{BB962C8B-B14F-4D97-AF65-F5344CB8AC3E}">
        <p14:creationId xmlns:p14="http://schemas.microsoft.com/office/powerpoint/2010/main" val="4200100189"/>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
        <p:nvSpPr>
          <p:cNvPr id="5" name="TextBox 4"/>
          <p:cNvSpPr txBox="1"/>
          <p:nvPr/>
        </p:nvSpPr>
        <p:spPr>
          <a:xfrm>
            <a:off x="1066800" y="439271"/>
            <a:ext cx="7391400" cy="4401205"/>
          </a:xfrm>
          <a:prstGeom prst="rect">
            <a:avLst/>
          </a:prstGeom>
          <a:noFill/>
        </p:spPr>
        <p:txBody>
          <a:bodyPr wrap="square" rtlCol="0">
            <a:spAutoFit/>
          </a:bodyPr>
          <a:lstStyle/>
          <a:p>
            <a:pPr lvl="1"/>
            <a:r>
              <a:rPr lang="en-US" b="1" dirty="0" err="1"/>
              <a:t>Manfaat</a:t>
            </a:r>
            <a:r>
              <a:rPr lang="en-US" b="1" dirty="0"/>
              <a:t> </a:t>
            </a:r>
            <a:r>
              <a:rPr lang="en-US" b="1" dirty="0" err="1"/>
              <a:t>Penelitian</a:t>
            </a:r>
            <a:endParaRPr lang="en-US" b="1" dirty="0"/>
          </a:p>
          <a:p>
            <a:endParaRPr lang="en-US" dirty="0" smtClean="0"/>
          </a:p>
          <a:p>
            <a:endParaRPr lang="en-US" dirty="0"/>
          </a:p>
          <a:p>
            <a:pPr marL="342900" lvl="0" indent="-342900">
              <a:buFont typeface="+mj-lt"/>
              <a:buAutoNum type="arabicPeriod"/>
            </a:pPr>
            <a:r>
              <a:rPr lang="en-US" dirty="0" err="1"/>
              <a:t>Sebagai</a:t>
            </a:r>
            <a:r>
              <a:rPr lang="en-US" dirty="0"/>
              <a:t> </a:t>
            </a:r>
            <a:r>
              <a:rPr lang="en-US" dirty="0" err="1"/>
              <a:t>bahan</a:t>
            </a:r>
            <a:r>
              <a:rPr lang="en-US" dirty="0"/>
              <a:t> </a:t>
            </a:r>
            <a:r>
              <a:rPr lang="en-US" dirty="0" err="1"/>
              <a:t>tugas</a:t>
            </a:r>
            <a:r>
              <a:rPr lang="en-US" dirty="0"/>
              <a:t> </a:t>
            </a:r>
            <a:r>
              <a:rPr lang="en-US" dirty="0" err="1"/>
              <a:t>akhir</a:t>
            </a:r>
            <a:r>
              <a:rPr lang="en-US" dirty="0"/>
              <a:t> </a:t>
            </a:r>
            <a:r>
              <a:rPr lang="en-US" dirty="0" err="1"/>
              <a:t>untuk</a:t>
            </a:r>
            <a:r>
              <a:rPr lang="en-US" dirty="0"/>
              <a:t> </a:t>
            </a:r>
            <a:r>
              <a:rPr lang="en-US" dirty="0" err="1"/>
              <a:t>menyelesaikan</a:t>
            </a:r>
            <a:r>
              <a:rPr lang="en-US" dirty="0"/>
              <a:t> </a:t>
            </a:r>
            <a:r>
              <a:rPr lang="en-US" dirty="0" err="1"/>
              <a:t>salah</a:t>
            </a:r>
            <a:r>
              <a:rPr lang="en-US" dirty="0"/>
              <a:t> </a:t>
            </a:r>
            <a:r>
              <a:rPr lang="en-US" dirty="0" err="1"/>
              <a:t>satu</a:t>
            </a:r>
            <a:r>
              <a:rPr lang="en-US" dirty="0"/>
              <a:t> </a:t>
            </a:r>
            <a:r>
              <a:rPr lang="en-US" dirty="0" err="1"/>
              <a:t>syarat</a:t>
            </a:r>
            <a:r>
              <a:rPr lang="en-US" dirty="0"/>
              <a:t> </a:t>
            </a:r>
            <a:r>
              <a:rPr lang="en-US" dirty="0" err="1"/>
              <a:t>kelulusan</a:t>
            </a:r>
            <a:r>
              <a:rPr lang="en-US" dirty="0"/>
              <a:t> </a:t>
            </a:r>
            <a:r>
              <a:rPr lang="en-US" dirty="0" err="1"/>
              <a:t>pada</a:t>
            </a:r>
            <a:r>
              <a:rPr lang="en-US" dirty="0"/>
              <a:t> Program </a:t>
            </a:r>
            <a:r>
              <a:rPr lang="en-US" dirty="0" err="1"/>
              <a:t>Studi</a:t>
            </a:r>
            <a:r>
              <a:rPr lang="en-US" dirty="0"/>
              <a:t> DIII </a:t>
            </a:r>
            <a:r>
              <a:rPr lang="en-US" dirty="0" err="1"/>
              <a:t>Manajemen</a:t>
            </a:r>
            <a:r>
              <a:rPr lang="en-US" dirty="0"/>
              <a:t> </a:t>
            </a:r>
            <a:r>
              <a:rPr lang="en-US" dirty="0" err="1"/>
              <a:t>Informatika</a:t>
            </a:r>
            <a:r>
              <a:rPr lang="en-US" dirty="0"/>
              <a:t> </a:t>
            </a:r>
            <a:r>
              <a:rPr lang="en-US" dirty="0" err="1"/>
              <a:t>dan</a:t>
            </a:r>
            <a:r>
              <a:rPr lang="en-US" dirty="0"/>
              <a:t> </a:t>
            </a:r>
            <a:r>
              <a:rPr lang="en-US" dirty="0" err="1"/>
              <a:t>Komputer</a:t>
            </a:r>
            <a:r>
              <a:rPr lang="en-US" dirty="0"/>
              <a:t> </a:t>
            </a:r>
            <a:r>
              <a:rPr lang="en-US" dirty="0" err="1"/>
              <a:t>Universitas</a:t>
            </a:r>
            <a:r>
              <a:rPr lang="en-US" dirty="0"/>
              <a:t> </a:t>
            </a:r>
            <a:r>
              <a:rPr lang="en-US" dirty="0" err="1"/>
              <a:t>Ekasakti</a:t>
            </a:r>
            <a:r>
              <a:rPr lang="en-US" dirty="0"/>
              <a:t> </a:t>
            </a:r>
            <a:r>
              <a:rPr lang="en-US" dirty="0" smtClean="0"/>
              <a:t>.</a:t>
            </a:r>
          </a:p>
          <a:p>
            <a:pPr marL="342900" lvl="0" indent="-342900">
              <a:buFont typeface="+mj-lt"/>
              <a:buAutoNum type="arabicPeriod"/>
            </a:pPr>
            <a:endParaRPr lang="en-US" dirty="0"/>
          </a:p>
          <a:p>
            <a:pPr marL="342900" lvl="0" indent="-342900">
              <a:buFont typeface="+mj-lt"/>
              <a:buAutoNum type="arabicPeriod"/>
            </a:pPr>
            <a:r>
              <a:rPr lang="en-US" dirty="0"/>
              <a:t>Da</a:t>
            </a:r>
            <a:r>
              <a:rPr lang="id-ID" dirty="0"/>
              <a:t>pat</a:t>
            </a:r>
            <a:r>
              <a:rPr lang="en-US" dirty="0"/>
              <a:t> </a:t>
            </a:r>
            <a:r>
              <a:rPr lang="en-US" dirty="0" err="1"/>
              <a:t>menambah</a:t>
            </a:r>
            <a:r>
              <a:rPr lang="en-US" dirty="0"/>
              <a:t> </a:t>
            </a:r>
            <a:r>
              <a:rPr lang="en-US" dirty="0" err="1"/>
              <a:t>ilmu</a:t>
            </a:r>
            <a:r>
              <a:rPr lang="en-US" dirty="0"/>
              <a:t> </a:t>
            </a:r>
            <a:r>
              <a:rPr lang="en-US" dirty="0" err="1"/>
              <a:t>pengetahuan</a:t>
            </a:r>
            <a:r>
              <a:rPr lang="en-US" dirty="0"/>
              <a:t> </a:t>
            </a:r>
            <a:r>
              <a:rPr lang="en-US" dirty="0" err="1"/>
              <a:t>dalam</a:t>
            </a:r>
            <a:r>
              <a:rPr lang="en-US" dirty="0"/>
              <a:t> </a:t>
            </a:r>
            <a:r>
              <a:rPr lang="en-US" dirty="0" err="1"/>
              <a:t>pembuatan</a:t>
            </a:r>
            <a:r>
              <a:rPr lang="en-US" dirty="0"/>
              <a:t> </a:t>
            </a:r>
            <a:r>
              <a:rPr lang="en-US" dirty="0" err="1"/>
              <a:t>sistem</a:t>
            </a:r>
            <a:r>
              <a:rPr lang="en-US" dirty="0"/>
              <a:t> </a:t>
            </a:r>
            <a:r>
              <a:rPr lang="en-US" dirty="0" err="1"/>
              <a:t>informasi</a:t>
            </a:r>
            <a:r>
              <a:rPr lang="en-US" dirty="0"/>
              <a:t> </a:t>
            </a:r>
            <a:r>
              <a:rPr lang="en-US" dirty="0" err="1"/>
              <a:t>menggunakan</a:t>
            </a:r>
            <a:r>
              <a:rPr lang="id-ID" dirty="0"/>
              <a:t> pemograman </a:t>
            </a:r>
            <a:r>
              <a:rPr lang="en-US" i="1" dirty="0"/>
              <a:t>PHP </a:t>
            </a:r>
            <a:r>
              <a:rPr lang="id-ID" dirty="0"/>
              <a:t>dengan </a:t>
            </a:r>
            <a:r>
              <a:rPr lang="id-ID" i="1" dirty="0"/>
              <a:t>Database MySQL</a:t>
            </a:r>
            <a:r>
              <a:rPr lang="id-ID" dirty="0"/>
              <a:t>, baik oleh </a:t>
            </a:r>
            <a:r>
              <a:rPr lang="en-US" dirty="0" err="1"/>
              <a:t>Dinas</a:t>
            </a:r>
            <a:r>
              <a:rPr lang="en-US" dirty="0"/>
              <a:t> UMKM </a:t>
            </a:r>
            <a:r>
              <a:rPr lang="en-US" dirty="0" err="1"/>
              <a:t>dan</a:t>
            </a:r>
            <a:r>
              <a:rPr lang="en-US" dirty="0"/>
              <a:t> </a:t>
            </a:r>
            <a:r>
              <a:rPr lang="en-US" dirty="0" err="1"/>
              <a:t>Koperasi</a:t>
            </a:r>
            <a:r>
              <a:rPr lang="en-US" dirty="0"/>
              <a:t>  Kota Padang </a:t>
            </a:r>
            <a:r>
              <a:rPr lang="en-US" dirty="0" err="1"/>
              <a:t>begitu</a:t>
            </a:r>
            <a:r>
              <a:rPr lang="en-US" dirty="0"/>
              <a:t> pun </a:t>
            </a:r>
            <a:r>
              <a:rPr lang="en-US" dirty="0" err="1"/>
              <a:t>oleh</a:t>
            </a:r>
            <a:r>
              <a:rPr lang="en-US" dirty="0"/>
              <a:t> </a:t>
            </a:r>
            <a:r>
              <a:rPr lang="en-US" dirty="0" err="1"/>
              <a:t>penulis</a:t>
            </a:r>
            <a:r>
              <a:rPr lang="en-US" dirty="0"/>
              <a:t> </a:t>
            </a:r>
            <a:r>
              <a:rPr lang="en-US" dirty="0" err="1"/>
              <a:t>sendiri</a:t>
            </a:r>
            <a:r>
              <a:rPr lang="en-US" dirty="0" smtClean="0"/>
              <a:t>.</a:t>
            </a:r>
          </a:p>
          <a:p>
            <a:pPr marL="342900" lvl="0" indent="-342900">
              <a:buFont typeface="+mj-lt"/>
              <a:buAutoNum type="arabicPeriod"/>
            </a:pPr>
            <a:endParaRPr lang="en-US" dirty="0"/>
          </a:p>
          <a:p>
            <a:pPr marL="342900" lvl="0" indent="-342900">
              <a:buFont typeface="+mj-lt"/>
              <a:buAutoNum type="arabicPeriod"/>
            </a:pPr>
            <a:r>
              <a:rPr lang="en-US" dirty="0" err="1"/>
              <a:t>Dapat</a:t>
            </a:r>
            <a:r>
              <a:rPr lang="en-US" dirty="0"/>
              <a:t> </a:t>
            </a:r>
            <a:r>
              <a:rPr lang="en-US" dirty="0" err="1"/>
              <a:t>memberikan</a:t>
            </a:r>
            <a:r>
              <a:rPr lang="en-US" dirty="0"/>
              <a:t> </a:t>
            </a:r>
            <a:r>
              <a:rPr lang="en-US" dirty="0" err="1"/>
              <a:t>informasi</a:t>
            </a:r>
            <a:r>
              <a:rPr lang="en-US" dirty="0"/>
              <a:t> </a:t>
            </a:r>
            <a:r>
              <a:rPr lang="en-US" dirty="0" err="1"/>
              <a:t>tentang</a:t>
            </a:r>
            <a:r>
              <a:rPr lang="en-US" dirty="0"/>
              <a:t> </a:t>
            </a:r>
            <a:r>
              <a:rPr lang="en-US" dirty="0" err="1"/>
              <a:t>produk</a:t>
            </a:r>
            <a:r>
              <a:rPr lang="en-US" dirty="0"/>
              <a:t> UMKM yang </a:t>
            </a:r>
            <a:r>
              <a:rPr lang="en-US" dirty="0" err="1"/>
              <a:t>lebih</a:t>
            </a:r>
            <a:r>
              <a:rPr lang="en-US" dirty="0"/>
              <a:t> </a:t>
            </a:r>
            <a:r>
              <a:rPr lang="en-US" dirty="0" err="1"/>
              <a:t>akurat</a:t>
            </a:r>
            <a:r>
              <a:rPr lang="en-US" dirty="0"/>
              <a:t> </a:t>
            </a:r>
            <a:r>
              <a:rPr lang="en-US" dirty="0" err="1"/>
              <a:t>dan</a:t>
            </a:r>
            <a:r>
              <a:rPr lang="en-US" dirty="0"/>
              <a:t> </a:t>
            </a:r>
            <a:r>
              <a:rPr lang="en-US" dirty="0" err="1"/>
              <a:t>efektif</a:t>
            </a:r>
            <a:r>
              <a:rPr lang="en-US" dirty="0"/>
              <a:t> </a:t>
            </a:r>
            <a:r>
              <a:rPr lang="en-US" dirty="0" err="1"/>
              <a:t>melalui</a:t>
            </a:r>
            <a:r>
              <a:rPr lang="en-US" dirty="0"/>
              <a:t> </a:t>
            </a:r>
            <a:r>
              <a:rPr lang="en-US" dirty="0" err="1"/>
              <a:t>sistem</a:t>
            </a:r>
            <a:r>
              <a:rPr lang="en-US" dirty="0"/>
              <a:t> </a:t>
            </a:r>
            <a:r>
              <a:rPr lang="en-US" i="1" dirty="0"/>
              <a:t>e-marketplace </a:t>
            </a:r>
            <a:r>
              <a:rPr lang="en-US" dirty="0"/>
              <a:t>yang </a:t>
            </a:r>
            <a:r>
              <a:rPr lang="en-US" dirty="0" err="1"/>
              <a:t>dirancang</a:t>
            </a:r>
            <a:r>
              <a:rPr lang="en-US" dirty="0"/>
              <a:t> agar </a:t>
            </a:r>
            <a:r>
              <a:rPr lang="en-US" dirty="0" err="1"/>
              <a:t>mempermudah</a:t>
            </a:r>
            <a:r>
              <a:rPr lang="en-US" dirty="0"/>
              <a:t> </a:t>
            </a:r>
            <a:r>
              <a:rPr lang="en-US" dirty="0" err="1"/>
              <a:t>konsumen</a:t>
            </a:r>
            <a:r>
              <a:rPr lang="en-US" dirty="0"/>
              <a:t> </a:t>
            </a:r>
            <a:r>
              <a:rPr lang="en-US" dirty="0" err="1"/>
              <a:t>dalam</a:t>
            </a:r>
            <a:r>
              <a:rPr lang="en-US" dirty="0"/>
              <a:t> </a:t>
            </a:r>
            <a:r>
              <a:rPr lang="en-US" dirty="0" err="1"/>
              <a:t>melihat</a:t>
            </a:r>
            <a:r>
              <a:rPr lang="en-US" dirty="0"/>
              <a:t> </a:t>
            </a:r>
            <a:r>
              <a:rPr lang="en-US" dirty="0" err="1"/>
              <a:t>daftar</a:t>
            </a:r>
            <a:r>
              <a:rPr lang="en-US" dirty="0"/>
              <a:t> </a:t>
            </a:r>
            <a:r>
              <a:rPr lang="en-US" dirty="0" err="1"/>
              <a:t>katalog</a:t>
            </a:r>
            <a:r>
              <a:rPr lang="en-US" dirty="0"/>
              <a:t> </a:t>
            </a:r>
            <a:r>
              <a:rPr lang="en-US" dirty="0" err="1"/>
              <a:t>produk</a:t>
            </a:r>
            <a:r>
              <a:rPr lang="en-US" dirty="0"/>
              <a:t> yang di </a:t>
            </a:r>
            <a:r>
              <a:rPr lang="en-US" dirty="0" err="1"/>
              <a:t>sediakan</a:t>
            </a:r>
            <a:r>
              <a:rPr lang="en-US" dirty="0"/>
              <a:t> </a:t>
            </a:r>
            <a:r>
              <a:rPr lang="en-US" dirty="0" err="1"/>
              <a:t>pada</a:t>
            </a:r>
            <a:r>
              <a:rPr lang="en-US" dirty="0"/>
              <a:t> </a:t>
            </a:r>
            <a:r>
              <a:rPr lang="en-US" dirty="0" err="1"/>
              <a:t>sistem</a:t>
            </a:r>
            <a:r>
              <a:rPr lang="en-US" dirty="0"/>
              <a:t> </a:t>
            </a:r>
            <a:r>
              <a:rPr lang="en-US" i="1" dirty="0"/>
              <a:t>e-marketplace</a:t>
            </a:r>
            <a:r>
              <a:rPr lang="en-US" dirty="0"/>
              <a:t> </a:t>
            </a:r>
            <a:r>
              <a:rPr lang="en-US" dirty="0" err="1"/>
              <a:t>tersebut</a:t>
            </a:r>
            <a:r>
              <a:rPr lang="id-ID" dirty="0" smtClean="0"/>
              <a:t>.</a:t>
            </a:r>
            <a:endParaRPr lang="en-US" dirty="0" smtClean="0"/>
          </a:p>
          <a:p>
            <a:pPr marL="342900" lvl="0" indent="-342900">
              <a:buFont typeface="+mj-lt"/>
              <a:buAutoNum type="arabicPeriod"/>
            </a:pPr>
            <a:endParaRPr lang="en-US" dirty="0"/>
          </a:p>
          <a:p>
            <a:pPr marL="342900" lvl="0" indent="-342900">
              <a:buFont typeface="+mj-lt"/>
              <a:buAutoNum type="arabicPeriod"/>
            </a:pPr>
            <a:r>
              <a:rPr lang="id-ID" dirty="0"/>
              <a:t>Dapat mengurangi </a:t>
            </a:r>
            <a:r>
              <a:rPr lang="en-US" dirty="0" err="1"/>
              <a:t>biaya</a:t>
            </a:r>
            <a:r>
              <a:rPr lang="en-US" dirty="0"/>
              <a:t> </a:t>
            </a:r>
            <a:r>
              <a:rPr lang="en-US" dirty="0" err="1"/>
              <a:t>pemasaran</a:t>
            </a:r>
            <a:r>
              <a:rPr lang="en-US" dirty="0"/>
              <a:t> </a:t>
            </a:r>
            <a:r>
              <a:rPr lang="en-US" dirty="0" err="1"/>
              <a:t>produk</a:t>
            </a:r>
            <a:r>
              <a:rPr lang="en-US" dirty="0"/>
              <a:t> UMKM Kota Padang  </a:t>
            </a:r>
            <a:r>
              <a:rPr lang="en-US" dirty="0" err="1"/>
              <a:t>dalam</a:t>
            </a:r>
            <a:r>
              <a:rPr lang="en-US" dirty="0"/>
              <a:t> </a:t>
            </a:r>
            <a:r>
              <a:rPr lang="en-US" dirty="0" err="1"/>
              <a:t>rangka</a:t>
            </a:r>
            <a:r>
              <a:rPr lang="en-US" dirty="0"/>
              <a:t> </a:t>
            </a:r>
            <a:r>
              <a:rPr lang="en-US" dirty="0" err="1"/>
              <a:t>aktivitas</a:t>
            </a:r>
            <a:r>
              <a:rPr lang="en-US" dirty="0"/>
              <a:t> </a:t>
            </a:r>
            <a:r>
              <a:rPr lang="en-US" dirty="0" err="1"/>
              <a:t>kegiatan</a:t>
            </a:r>
            <a:r>
              <a:rPr lang="en-US" dirty="0"/>
              <a:t> </a:t>
            </a:r>
            <a:r>
              <a:rPr lang="en-US" dirty="0" err="1"/>
              <a:t>trasaksi</a:t>
            </a:r>
            <a:r>
              <a:rPr lang="en-US" dirty="0"/>
              <a:t> </a:t>
            </a:r>
            <a:r>
              <a:rPr lang="en-US" dirty="0" err="1"/>
              <a:t>jual</a:t>
            </a:r>
            <a:r>
              <a:rPr lang="en-US" dirty="0"/>
              <a:t> </a:t>
            </a:r>
            <a:r>
              <a:rPr lang="en-US" dirty="0" err="1"/>
              <a:t>beli</a:t>
            </a:r>
            <a:r>
              <a:rPr lang="en-US" dirty="0" smtClean="0"/>
              <a:t>.</a:t>
            </a:r>
          </a:p>
          <a:p>
            <a:pPr marL="342900" lvl="0" indent="-342900">
              <a:buFont typeface="+mj-lt"/>
              <a:buAutoNum type="arabicPeriod"/>
            </a:pPr>
            <a:endParaRPr lang="en-US" dirty="0"/>
          </a:p>
          <a:p>
            <a:pPr marL="342900" lvl="0" indent="-342900">
              <a:buFont typeface="+mj-lt"/>
              <a:buAutoNum type="arabicPeriod"/>
            </a:pPr>
            <a:r>
              <a:rPr lang="id-ID" dirty="0"/>
              <a:t>Dapat m</a:t>
            </a:r>
            <a:r>
              <a:rPr lang="en-US" dirty="0" err="1"/>
              <a:t>eningkatkan</a:t>
            </a:r>
            <a:r>
              <a:rPr lang="en-US" dirty="0"/>
              <a:t> </a:t>
            </a:r>
            <a:r>
              <a:rPr lang="en-US" dirty="0" err="1"/>
              <a:t>efisiensi</a:t>
            </a:r>
            <a:r>
              <a:rPr lang="en-US" dirty="0"/>
              <a:t> </a:t>
            </a:r>
            <a:r>
              <a:rPr lang="en-US" dirty="0" err="1"/>
              <a:t>waktu</a:t>
            </a:r>
            <a:r>
              <a:rPr lang="en-US" dirty="0"/>
              <a:t> </a:t>
            </a:r>
            <a:r>
              <a:rPr lang="en-US" dirty="0" err="1"/>
              <a:t>dan</a:t>
            </a:r>
            <a:r>
              <a:rPr lang="en-US" dirty="0"/>
              <a:t> </a:t>
            </a:r>
            <a:r>
              <a:rPr lang="en-US" dirty="0" err="1"/>
              <a:t>biaya</a:t>
            </a:r>
            <a:r>
              <a:rPr lang="en-US" dirty="0"/>
              <a:t> </a:t>
            </a:r>
            <a:r>
              <a:rPr lang="en-US" dirty="0" err="1"/>
              <a:t>sehingga</a:t>
            </a:r>
            <a:r>
              <a:rPr lang="en-US" dirty="0"/>
              <a:t> proses </a:t>
            </a:r>
            <a:r>
              <a:rPr lang="en-US" dirty="0" err="1"/>
              <a:t>transaksi</a:t>
            </a:r>
            <a:r>
              <a:rPr lang="en-US" dirty="0"/>
              <a:t> </a:t>
            </a:r>
            <a:r>
              <a:rPr lang="en-US" dirty="0" err="1"/>
              <a:t>jual</a:t>
            </a:r>
            <a:r>
              <a:rPr lang="en-US" dirty="0"/>
              <a:t> </a:t>
            </a:r>
            <a:r>
              <a:rPr lang="en-US" dirty="0" err="1"/>
              <a:t>beli</a:t>
            </a:r>
            <a:r>
              <a:rPr lang="en-US" dirty="0"/>
              <a:t> </a:t>
            </a:r>
            <a:r>
              <a:rPr lang="en-US" dirty="0" err="1"/>
              <a:t>jauh</a:t>
            </a:r>
            <a:r>
              <a:rPr lang="en-US" dirty="0"/>
              <a:t> </a:t>
            </a:r>
            <a:r>
              <a:rPr lang="en-US" dirty="0" err="1"/>
              <a:t>lebih</a:t>
            </a:r>
            <a:r>
              <a:rPr lang="en-US" dirty="0"/>
              <a:t> </a:t>
            </a:r>
            <a:r>
              <a:rPr lang="en-US" dirty="0" err="1"/>
              <a:t>mudah</a:t>
            </a:r>
            <a:r>
              <a:rPr lang="en-US" dirty="0"/>
              <a:t> </a:t>
            </a:r>
            <a:r>
              <a:rPr lang="en-US" dirty="0" err="1"/>
              <a:t>dan</a:t>
            </a:r>
            <a:r>
              <a:rPr lang="en-US" dirty="0"/>
              <a:t> </a:t>
            </a:r>
            <a:r>
              <a:rPr lang="en-US" dirty="0" err="1"/>
              <a:t>cepat</a:t>
            </a:r>
            <a:r>
              <a:rPr lang="en-US" dirty="0"/>
              <a:t>.</a:t>
            </a:r>
          </a:p>
          <a:p>
            <a:endParaRPr lang="en-US" dirty="0"/>
          </a:p>
        </p:txBody>
      </p:sp>
    </p:spTree>
    <p:extLst>
      <p:ext uri="{BB962C8B-B14F-4D97-AF65-F5344CB8AC3E}">
        <p14:creationId xmlns:p14="http://schemas.microsoft.com/office/powerpoint/2010/main" val="4006755634"/>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
        <p:nvSpPr>
          <p:cNvPr id="5" name="TextBox 4"/>
          <p:cNvSpPr txBox="1"/>
          <p:nvPr/>
        </p:nvSpPr>
        <p:spPr>
          <a:xfrm>
            <a:off x="3810000" y="361950"/>
            <a:ext cx="2618024" cy="523220"/>
          </a:xfrm>
          <a:prstGeom prst="rect">
            <a:avLst/>
          </a:prstGeom>
          <a:noFill/>
        </p:spPr>
        <p:txBody>
          <a:bodyPr wrap="none" rtlCol="0">
            <a:spAutoFit/>
          </a:bodyPr>
          <a:lstStyle/>
          <a:p>
            <a:r>
              <a:rPr lang="en-US" b="1" dirty="0" smtClean="0"/>
              <a:t>BAB II .</a:t>
            </a:r>
            <a:r>
              <a:rPr lang="id-ID" b="1" dirty="0" smtClean="0"/>
              <a:t>TINJAUAN </a:t>
            </a:r>
            <a:r>
              <a:rPr lang="en-US" b="1" dirty="0" smtClean="0"/>
              <a:t>INSTANSI</a:t>
            </a:r>
            <a:endParaRPr lang="en-US" b="1" dirty="0"/>
          </a:p>
          <a:p>
            <a:endParaRPr lang="en-US" b="1" dirty="0"/>
          </a:p>
        </p:txBody>
      </p:sp>
      <p:sp>
        <p:nvSpPr>
          <p:cNvPr id="6" name="TextBox 5"/>
          <p:cNvSpPr txBox="1"/>
          <p:nvPr/>
        </p:nvSpPr>
        <p:spPr>
          <a:xfrm>
            <a:off x="1219200" y="1428750"/>
            <a:ext cx="7543800" cy="1169551"/>
          </a:xfrm>
          <a:prstGeom prst="rect">
            <a:avLst/>
          </a:prstGeom>
          <a:noFill/>
        </p:spPr>
        <p:txBody>
          <a:bodyPr wrap="square" rtlCol="0">
            <a:spAutoFit/>
          </a:bodyPr>
          <a:lstStyle/>
          <a:p>
            <a:r>
              <a:rPr lang="en-US" dirty="0" err="1"/>
              <a:t>Dinas</a:t>
            </a:r>
            <a:r>
              <a:rPr lang="en-US" dirty="0"/>
              <a:t> </a:t>
            </a:r>
            <a:r>
              <a:rPr lang="en-US" dirty="0" err="1"/>
              <a:t>Koperasi</a:t>
            </a:r>
            <a:r>
              <a:rPr lang="en-US" dirty="0"/>
              <a:t> </a:t>
            </a:r>
            <a:r>
              <a:rPr lang="en-US" dirty="0" err="1"/>
              <a:t>dan</a:t>
            </a:r>
            <a:r>
              <a:rPr lang="en-US" dirty="0"/>
              <a:t> UMKM Kota Padang </a:t>
            </a:r>
            <a:r>
              <a:rPr lang="en-US" dirty="0" err="1"/>
              <a:t>adalah</a:t>
            </a:r>
            <a:r>
              <a:rPr lang="en-US" dirty="0"/>
              <a:t> </a:t>
            </a:r>
            <a:r>
              <a:rPr lang="en-US" dirty="0" err="1"/>
              <a:t>sebuah</a:t>
            </a:r>
            <a:r>
              <a:rPr lang="en-US" dirty="0"/>
              <a:t> </a:t>
            </a:r>
            <a:r>
              <a:rPr lang="en-US" dirty="0" err="1"/>
              <a:t>Satuan</a:t>
            </a:r>
            <a:r>
              <a:rPr lang="en-US" dirty="0"/>
              <a:t> </a:t>
            </a:r>
            <a:r>
              <a:rPr lang="en-US" dirty="0" err="1"/>
              <a:t>Kerja</a:t>
            </a:r>
            <a:r>
              <a:rPr lang="en-US" dirty="0"/>
              <a:t> </a:t>
            </a:r>
            <a:r>
              <a:rPr lang="en-US" dirty="0" err="1"/>
              <a:t>Perangkat</a:t>
            </a:r>
            <a:r>
              <a:rPr lang="en-US" dirty="0"/>
              <a:t> Daerah (SKPD) yang </a:t>
            </a:r>
            <a:r>
              <a:rPr lang="en-US" dirty="0" err="1"/>
              <a:t>mewadahi</a:t>
            </a:r>
            <a:r>
              <a:rPr lang="en-US" dirty="0"/>
              <a:t> </a:t>
            </a:r>
            <a:r>
              <a:rPr lang="en-US" dirty="0" err="1"/>
              <a:t>pengusaha</a:t>
            </a:r>
            <a:r>
              <a:rPr lang="en-US" dirty="0"/>
              <a:t> - </a:t>
            </a:r>
            <a:r>
              <a:rPr lang="en-US" dirty="0" err="1"/>
              <a:t>pengusaha</a:t>
            </a:r>
            <a:r>
              <a:rPr lang="en-US" dirty="0"/>
              <a:t> di Kota Padang agar </a:t>
            </a:r>
            <a:r>
              <a:rPr lang="en-US" dirty="0" err="1"/>
              <a:t>dapat</a:t>
            </a:r>
            <a:r>
              <a:rPr lang="en-US" dirty="0"/>
              <a:t> </a:t>
            </a:r>
            <a:r>
              <a:rPr lang="en-US" dirty="0" err="1"/>
              <a:t>maju</a:t>
            </a:r>
            <a:r>
              <a:rPr lang="en-US" dirty="0"/>
              <a:t> </a:t>
            </a:r>
            <a:r>
              <a:rPr lang="en-US" dirty="0" err="1"/>
              <a:t>dan</a:t>
            </a:r>
            <a:r>
              <a:rPr lang="en-US" dirty="0"/>
              <a:t> </a:t>
            </a:r>
            <a:r>
              <a:rPr lang="en-US" dirty="0" err="1"/>
              <a:t>dapat</a:t>
            </a:r>
            <a:r>
              <a:rPr lang="en-US" dirty="0"/>
              <a:t> </a:t>
            </a:r>
            <a:r>
              <a:rPr lang="en-US" dirty="0" err="1"/>
              <a:t>meningkatkan</a:t>
            </a:r>
            <a:r>
              <a:rPr lang="en-US" dirty="0"/>
              <a:t> </a:t>
            </a:r>
            <a:r>
              <a:rPr lang="en-US" dirty="0" err="1"/>
              <a:t>perekonomian</a:t>
            </a:r>
            <a:r>
              <a:rPr lang="en-US" dirty="0"/>
              <a:t> </a:t>
            </a:r>
            <a:r>
              <a:rPr lang="en-US" dirty="0" err="1"/>
              <a:t>masyarakat</a:t>
            </a:r>
            <a:r>
              <a:rPr lang="en-US" dirty="0"/>
              <a:t> Kota Padang (</a:t>
            </a:r>
            <a:r>
              <a:rPr lang="id-ID" dirty="0"/>
              <a:t>Dinas Koperasi dan UMKM Kota Padang</a:t>
            </a:r>
            <a:r>
              <a:rPr lang="en-US" dirty="0"/>
              <a:t>,2018). </a:t>
            </a:r>
            <a:r>
              <a:rPr lang="en-US" dirty="0" err="1"/>
              <a:t>Pembentukan</a:t>
            </a:r>
            <a:r>
              <a:rPr lang="en-US" dirty="0"/>
              <a:t> </a:t>
            </a:r>
            <a:r>
              <a:rPr lang="en-US" dirty="0" err="1"/>
              <a:t>Dinas</a:t>
            </a:r>
            <a:r>
              <a:rPr lang="en-US" dirty="0"/>
              <a:t> </a:t>
            </a:r>
            <a:r>
              <a:rPr lang="en-US" dirty="0" err="1"/>
              <a:t>Koperasi</a:t>
            </a:r>
            <a:r>
              <a:rPr lang="en-US" dirty="0"/>
              <a:t> </a:t>
            </a:r>
            <a:r>
              <a:rPr lang="en-US" dirty="0" err="1"/>
              <a:t>dan</a:t>
            </a:r>
            <a:r>
              <a:rPr lang="en-US" dirty="0"/>
              <a:t> UMKM </a:t>
            </a:r>
            <a:r>
              <a:rPr lang="en-US" dirty="0" err="1"/>
              <a:t>berdasarkan</a:t>
            </a:r>
            <a:r>
              <a:rPr lang="en-US" dirty="0"/>
              <a:t> </a:t>
            </a:r>
            <a:r>
              <a:rPr lang="en-US" dirty="0" err="1"/>
              <a:t>Undang-Undang</a:t>
            </a:r>
            <a:r>
              <a:rPr lang="en-US" dirty="0"/>
              <a:t> No.32 </a:t>
            </a:r>
            <a:r>
              <a:rPr lang="en-US" dirty="0" err="1"/>
              <a:t>tahun</a:t>
            </a:r>
            <a:r>
              <a:rPr lang="en-US" dirty="0"/>
              <a:t> 2014 </a:t>
            </a:r>
            <a:r>
              <a:rPr lang="en-US" dirty="0" err="1"/>
              <a:t>Tentang</a:t>
            </a:r>
            <a:r>
              <a:rPr lang="en-US" dirty="0"/>
              <a:t> </a:t>
            </a:r>
            <a:r>
              <a:rPr lang="en-US" dirty="0" err="1"/>
              <a:t>Pembentukan</a:t>
            </a:r>
            <a:r>
              <a:rPr lang="en-US" dirty="0"/>
              <a:t> </a:t>
            </a:r>
            <a:r>
              <a:rPr lang="en-US" dirty="0" err="1"/>
              <a:t>Susuna</a:t>
            </a:r>
            <a:r>
              <a:rPr lang="id-ID" dirty="0"/>
              <a:t>n</a:t>
            </a:r>
            <a:r>
              <a:rPr lang="en-US" dirty="0"/>
              <a:t> </a:t>
            </a:r>
            <a:r>
              <a:rPr lang="en-US" dirty="0" err="1"/>
              <a:t>Organinsasi</a:t>
            </a:r>
            <a:r>
              <a:rPr lang="en-US" dirty="0"/>
              <a:t> </a:t>
            </a:r>
            <a:r>
              <a:rPr lang="en-US" dirty="0" err="1"/>
              <a:t>Dinas</a:t>
            </a:r>
            <a:r>
              <a:rPr lang="en-US" dirty="0"/>
              <a:t> Daerah Kota Padang. </a:t>
            </a:r>
            <a:endParaRPr lang="en-US" dirty="0"/>
          </a:p>
        </p:txBody>
      </p:sp>
    </p:spTree>
    <p:extLst>
      <p:ext uri="{BB962C8B-B14F-4D97-AF65-F5344CB8AC3E}">
        <p14:creationId xmlns:p14="http://schemas.microsoft.com/office/powerpoint/2010/main" val="1515127510"/>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5" name="TextBox 4"/>
          <p:cNvSpPr txBox="1"/>
          <p:nvPr/>
        </p:nvSpPr>
        <p:spPr>
          <a:xfrm>
            <a:off x="3886200" y="406261"/>
            <a:ext cx="1790875" cy="523220"/>
          </a:xfrm>
          <a:prstGeom prst="rect">
            <a:avLst/>
          </a:prstGeom>
          <a:noFill/>
        </p:spPr>
        <p:txBody>
          <a:bodyPr wrap="none" rtlCol="0">
            <a:spAutoFit/>
          </a:bodyPr>
          <a:lstStyle/>
          <a:p>
            <a:pPr algn="ctr"/>
            <a:r>
              <a:rPr lang="en-US" b="1" dirty="0"/>
              <a:t>BAB III</a:t>
            </a:r>
          </a:p>
          <a:p>
            <a:pPr algn="ctr"/>
            <a:r>
              <a:rPr lang="en-US" b="1" dirty="0"/>
              <a:t>LANDASAN </a:t>
            </a:r>
            <a:r>
              <a:rPr lang="en-US" b="1" dirty="0" smtClean="0"/>
              <a:t>TEORI</a:t>
            </a:r>
            <a:endParaRPr lang="en-US" b="1" dirty="0"/>
          </a:p>
        </p:txBody>
      </p:sp>
      <p:sp>
        <p:nvSpPr>
          <p:cNvPr id="6" name="TextBox 5"/>
          <p:cNvSpPr txBox="1"/>
          <p:nvPr/>
        </p:nvSpPr>
        <p:spPr>
          <a:xfrm>
            <a:off x="1905000" y="1190700"/>
            <a:ext cx="3926075" cy="3108543"/>
          </a:xfrm>
          <a:prstGeom prst="rect">
            <a:avLst/>
          </a:prstGeom>
          <a:noFill/>
        </p:spPr>
        <p:txBody>
          <a:bodyPr wrap="none" rtlCol="0">
            <a:spAutoFit/>
          </a:bodyPr>
          <a:lstStyle/>
          <a:p>
            <a:pPr marL="342900" lvl="1" indent="-342900">
              <a:buFont typeface="+mj-lt"/>
              <a:buAutoNum type="alphaUcPeriod"/>
            </a:pPr>
            <a:r>
              <a:rPr lang="en-US" dirty="0" err="1"/>
              <a:t>Pengolahan</a:t>
            </a:r>
            <a:r>
              <a:rPr lang="en-US" dirty="0"/>
              <a:t> </a:t>
            </a:r>
            <a:r>
              <a:rPr lang="en-US" dirty="0" smtClean="0"/>
              <a:t>Data</a:t>
            </a:r>
            <a:endParaRPr lang="en-US" dirty="0"/>
          </a:p>
          <a:p>
            <a:pPr marL="342900" lvl="1" indent="-342900">
              <a:buFont typeface="+mj-lt"/>
              <a:buAutoNum type="alphaUcPeriod"/>
            </a:pPr>
            <a:r>
              <a:rPr lang="en-US" dirty="0" err="1"/>
              <a:t>Definisi</a:t>
            </a:r>
            <a:r>
              <a:rPr lang="en-US" dirty="0"/>
              <a:t> </a:t>
            </a:r>
            <a:r>
              <a:rPr lang="en-US" dirty="0" smtClean="0"/>
              <a:t>Data</a:t>
            </a:r>
            <a:endParaRPr lang="en-US" dirty="0"/>
          </a:p>
          <a:p>
            <a:pPr marL="342900" lvl="1" indent="-342900">
              <a:buFont typeface="+mj-lt"/>
              <a:buAutoNum type="alphaUcPeriod"/>
            </a:pPr>
            <a:r>
              <a:rPr lang="en-US" dirty="0" err="1"/>
              <a:t>Siklus</a:t>
            </a:r>
            <a:r>
              <a:rPr lang="en-US" dirty="0"/>
              <a:t> </a:t>
            </a:r>
            <a:r>
              <a:rPr lang="en-US" dirty="0" err="1"/>
              <a:t>Pengolahan</a:t>
            </a:r>
            <a:r>
              <a:rPr lang="en-US" dirty="0"/>
              <a:t> Data</a:t>
            </a:r>
          </a:p>
          <a:p>
            <a:pPr marL="342900" lvl="1" indent="-342900">
              <a:buFont typeface="+mj-lt"/>
              <a:buAutoNum type="alphaUcPeriod"/>
            </a:pPr>
            <a:r>
              <a:rPr lang="en-US" dirty="0" err="1"/>
              <a:t>Komputerisasi</a:t>
            </a:r>
            <a:r>
              <a:rPr lang="en-US" dirty="0"/>
              <a:t> </a:t>
            </a:r>
          </a:p>
          <a:p>
            <a:pPr marL="342900" lvl="1" indent="-342900">
              <a:buFont typeface="+mj-lt"/>
              <a:buAutoNum type="alphaUcPeriod"/>
            </a:pPr>
            <a:r>
              <a:rPr lang="en-US" dirty="0" err="1"/>
              <a:t>Sistem</a:t>
            </a:r>
            <a:endParaRPr lang="en-US" dirty="0"/>
          </a:p>
          <a:p>
            <a:pPr marL="342900" lvl="1" indent="-342900">
              <a:buFont typeface="+mj-lt"/>
              <a:buAutoNum type="alphaUcPeriod"/>
            </a:pPr>
            <a:r>
              <a:rPr lang="en-US" dirty="0" err="1"/>
              <a:t>Informasi</a:t>
            </a:r>
            <a:endParaRPr lang="en-US" dirty="0"/>
          </a:p>
          <a:p>
            <a:pPr marL="342900" lvl="1" indent="-342900">
              <a:buFont typeface="+mj-lt"/>
              <a:buAutoNum type="alphaUcPeriod"/>
            </a:pPr>
            <a:r>
              <a:rPr lang="en-US" dirty="0" err="1"/>
              <a:t>Perancangan</a:t>
            </a:r>
            <a:r>
              <a:rPr lang="en-US" dirty="0"/>
              <a:t> </a:t>
            </a:r>
            <a:r>
              <a:rPr lang="en-US" dirty="0" err="1" smtClean="0"/>
              <a:t>Sistem</a:t>
            </a:r>
            <a:endParaRPr lang="en-US" dirty="0" smtClean="0"/>
          </a:p>
          <a:p>
            <a:pPr marL="342900" lvl="1" indent="-342900">
              <a:buFont typeface="+mj-lt"/>
              <a:buAutoNum type="alphaUcPeriod"/>
            </a:pPr>
            <a:r>
              <a:rPr lang="en-US" dirty="0" smtClean="0"/>
              <a:t>Website</a:t>
            </a:r>
          </a:p>
          <a:p>
            <a:pPr marL="342900" lvl="1" indent="-342900">
              <a:buFont typeface="+mj-lt"/>
              <a:buAutoNum type="alphaUcPeriod"/>
            </a:pPr>
            <a:r>
              <a:rPr lang="en-US" dirty="0" err="1" smtClean="0"/>
              <a:t>Xampp</a:t>
            </a:r>
            <a:endParaRPr lang="en-US" dirty="0" smtClean="0"/>
          </a:p>
          <a:p>
            <a:pPr marL="342900" lvl="1" indent="-342900">
              <a:buFont typeface="+mj-lt"/>
              <a:buAutoNum type="alphaUcPeriod"/>
            </a:pPr>
            <a:r>
              <a:rPr lang="en-US" dirty="0" smtClean="0"/>
              <a:t>Database</a:t>
            </a:r>
          </a:p>
          <a:p>
            <a:pPr marL="342900" lvl="1" indent="-342900">
              <a:buFont typeface="+mj-lt"/>
              <a:buAutoNum type="alphaUcPeriod"/>
            </a:pPr>
            <a:r>
              <a:rPr lang="en-US" dirty="0" err="1"/>
              <a:t>Konsep</a:t>
            </a:r>
            <a:r>
              <a:rPr lang="en-US" dirty="0"/>
              <a:t> </a:t>
            </a:r>
            <a:r>
              <a:rPr lang="en-US" dirty="0" err="1"/>
              <a:t>Dasar</a:t>
            </a:r>
            <a:r>
              <a:rPr lang="en-US" dirty="0"/>
              <a:t> </a:t>
            </a:r>
            <a:r>
              <a:rPr lang="en-US" dirty="0" err="1"/>
              <a:t>Bahasa</a:t>
            </a:r>
            <a:r>
              <a:rPr lang="en-US" dirty="0"/>
              <a:t> </a:t>
            </a:r>
            <a:r>
              <a:rPr lang="en-US" dirty="0" err="1"/>
              <a:t>Pemrograman</a:t>
            </a:r>
            <a:r>
              <a:rPr lang="en-US" dirty="0"/>
              <a:t> PHP</a:t>
            </a:r>
          </a:p>
          <a:p>
            <a:pPr marL="342900" lvl="1" indent="-342900">
              <a:buFont typeface="+mj-lt"/>
              <a:buAutoNum type="alphaUcPeriod"/>
            </a:pPr>
            <a:r>
              <a:rPr lang="en-US" dirty="0" err="1"/>
              <a:t>Sistem</a:t>
            </a:r>
            <a:r>
              <a:rPr lang="en-US" dirty="0"/>
              <a:t> </a:t>
            </a:r>
            <a:r>
              <a:rPr lang="en-US" dirty="0" err="1"/>
              <a:t>Informasi</a:t>
            </a:r>
            <a:r>
              <a:rPr lang="en-US" dirty="0"/>
              <a:t> </a:t>
            </a:r>
            <a:r>
              <a:rPr lang="en-US" i="1" dirty="0"/>
              <a:t>e-marketplace </a:t>
            </a:r>
            <a:r>
              <a:rPr lang="en-US" dirty="0"/>
              <a:t>UMKM  </a:t>
            </a:r>
          </a:p>
          <a:p>
            <a:pPr lvl="1"/>
            <a:endParaRPr lang="en-US" dirty="0" smtClean="0"/>
          </a:p>
          <a:p>
            <a:pPr marL="342900" indent="-342900">
              <a:buFont typeface="+mj-lt"/>
              <a:buAutoNum type="alphaUcPeriod"/>
            </a:pPr>
            <a:endParaRPr lang="en-US" dirty="0"/>
          </a:p>
        </p:txBody>
      </p:sp>
    </p:spTree>
    <p:extLst>
      <p:ext uri="{BB962C8B-B14F-4D97-AF65-F5344CB8AC3E}">
        <p14:creationId xmlns:p14="http://schemas.microsoft.com/office/powerpoint/2010/main" val="1191394511"/>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133350"/>
            <a:ext cx="5492400" cy="766200"/>
          </a:xfrm>
        </p:spPr>
        <p:txBody>
          <a:bodyPr/>
          <a:lstStyle/>
          <a:p>
            <a:pPr algn="ctr"/>
            <a:r>
              <a:rPr lang="id-ID" sz="1400" dirty="0">
                <a:effectLst/>
              </a:rPr>
              <a:t>BAB IV</a:t>
            </a:r>
            <a:r>
              <a:rPr lang="en-US" sz="1400" dirty="0">
                <a:effectLst/>
              </a:rPr>
              <a:t/>
            </a:r>
            <a:br>
              <a:rPr lang="en-US" sz="1400" dirty="0">
                <a:effectLst/>
              </a:rPr>
            </a:br>
            <a:r>
              <a:rPr lang="id-ID" sz="1400" dirty="0">
                <a:effectLst/>
              </a:rPr>
              <a:t>ANALISA DAN PEMBAHASAN</a:t>
            </a:r>
            <a:endParaRPr lang="en-US" sz="1400" dirty="0">
              <a:effectLst/>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428750"/>
            <a:ext cx="4876800" cy="2514600"/>
          </a:xfrm>
          <a:prstGeom prst="rect">
            <a:avLst/>
          </a:prstGeom>
          <a:noFill/>
          <a:ln>
            <a:noFill/>
          </a:ln>
        </p:spPr>
      </p:pic>
      <p:sp>
        <p:nvSpPr>
          <p:cNvPr id="6" name="TextBox 5"/>
          <p:cNvSpPr txBox="1"/>
          <p:nvPr/>
        </p:nvSpPr>
        <p:spPr>
          <a:xfrm>
            <a:off x="2667000" y="1014799"/>
            <a:ext cx="3720353" cy="276999"/>
          </a:xfrm>
          <a:prstGeom prst="rect">
            <a:avLst/>
          </a:prstGeom>
          <a:noFill/>
        </p:spPr>
        <p:txBody>
          <a:bodyPr wrap="square" rtlCol="0">
            <a:spAutoFit/>
          </a:bodyPr>
          <a:lstStyle/>
          <a:p>
            <a:pPr lvl="1"/>
            <a:r>
              <a:rPr lang="en-US" sz="1200" b="1" dirty="0" smtClean="0"/>
              <a:t>4.1. </a:t>
            </a:r>
            <a:r>
              <a:rPr lang="en-US" sz="1200" b="1" dirty="0" err="1" smtClean="0"/>
              <a:t>Analisa</a:t>
            </a:r>
            <a:r>
              <a:rPr lang="en-US" sz="1200" b="1" dirty="0" smtClean="0"/>
              <a:t> </a:t>
            </a:r>
            <a:r>
              <a:rPr lang="en-US" sz="1200" b="1" dirty="0" err="1"/>
              <a:t>Sistem</a:t>
            </a:r>
            <a:r>
              <a:rPr lang="en-US" sz="1200" b="1" dirty="0"/>
              <a:t> yang </a:t>
            </a:r>
            <a:r>
              <a:rPr lang="en-US" sz="1200" b="1" dirty="0" err="1"/>
              <a:t>sedang</a:t>
            </a:r>
            <a:r>
              <a:rPr lang="en-US" sz="1200" b="1" dirty="0"/>
              <a:t> </a:t>
            </a:r>
            <a:r>
              <a:rPr lang="en-US" sz="1200" b="1" dirty="0" smtClean="0"/>
              <a:t> </a:t>
            </a:r>
            <a:r>
              <a:rPr lang="en-US" sz="1200" b="1" dirty="0" err="1" smtClean="0"/>
              <a:t>berjalan</a:t>
            </a:r>
            <a:endParaRPr lang="en-US" sz="1200" b="1" dirty="0"/>
          </a:p>
        </p:txBody>
      </p:sp>
      <p:sp>
        <p:nvSpPr>
          <p:cNvPr id="8" name="Rectangle 7"/>
          <p:cNvSpPr/>
          <p:nvPr/>
        </p:nvSpPr>
        <p:spPr>
          <a:xfrm>
            <a:off x="2989905" y="4095750"/>
            <a:ext cx="3773790" cy="307777"/>
          </a:xfrm>
          <a:prstGeom prst="rect">
            <a:avLst/>
          </a:prstGeom>
        </p:spPr>
        <p:txBody>
          <a:bodyPr wrap="none">
            <a:spAutoFit/>
          </a:bodyPr>
          <a:lstStyle/>
          <a:p>
            <a:r>
              <a:rPr lang="id-ID" b="1" dirty="0"/>
              <a:t>Gambar 4. 1</a:t>
            </a:r>
            <a:r>
              <a:rPr lang="en-US" b="1" dirty="0"/>
              <a:t> </a:t>
            </a:r>
            <a:r>
              <a:rPr lang="en-US" b="1" dirty="0" err="1"/>
              <a:t>Analisa</a:t>
            </a:r>
            <a:r>
              <a:rPr lang="en-US" b="1" dirty="0"/>
              <a:t> yang </a:t>
            </a:r>
            <a:r>
              <a:rPr lang="en-US" b="1" dirty="0" err="1"/>
              <a:t>sedang</a:t>
            </a:r>
            <a:r>
              <a:rPr lang="en-US" b="1" dirty="0"/>
              <a:t> </a:t>
            </a:r>
            <a:r>
              <a:rPr lang="en-US" b="1" dirty="0" err="1"/>
              <a:t>berjalan</a:t>
            </a:r>
            <a:endParaRPr lang="en-US" b="1" dirty="0"/>
          </a:p>
        </p:txBody>
      </p:sp>
    </p:spTree>
    <p:extLst>
      <p:ext uri="{BB962C8B-B14F-4D97-AF65-F5344CB8AC3E}">
        <p14:creationId xmlns:p14="http://schemas.microsoft.com/office/powerpoint/2010/main" val="3530740078"/>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5" name="TextBox 4"/>
          <p:cNvSpPr txBox="1"/>
          <p:nvPr/>
        </p:nvSpPr>
        <p:spPr>
          <a:xfrm>
            <a:off x="750794" y="209550"/>
            <a:ext cx="7848600" cy="4324261"/>
          </a:xfrm>
          <a:prstGeom prst="rect">
            <a:avLst/>
          </a:prstGeom>
          <a:noFill/>
        </p:spPr>
        <p:txBody>
          <a:bodyPr wrap="square" rtlCol="0">
            <a:spAutoFit/>
          </a:bodyPr>
          <a:lstStyle/>
          <a:p>
            <a:pPr algn="just"/>
            <a:r>
              <a:rPr lang="id-ID" sz="1100" dirty="0"/>
              <a:t>Prosedur </a:t>
            </a:r>
            <a:r>
              <a:rPr lang="en-US" sz="1100" dirty="0" err="1"/>
              <a:t>pemasaran</a:t>
            </a:r>
            <a:r>
              <a:rPr lang="en-US" sz="1100" dirty="0"/>
              <a:t> </a:t>
            </a:r>
            <a:r>
              <a:rPr lang="en-US" sz="1100" dirty="0" err="1"/>
              <a:t>produk</a:t>
            </a:r>
            <a:r>
              <a:rPr lang="en-US" sz="1100" dirty="0"/>
              <a:t> UMKM Kota </a:t>
            </a:r>
            <a:r>
              <a:rPr lang="en-US" sz="1100" dirty="0" err="1"/>
              <a:t>padang</a:t>
            </a:r>
            <a:r>
              <a:rPr lang="en-US" sz="1100" dirty="0"/>
              <a:t> </a:t>
            </a:r>
            <a:r>
              <a:rPr lang="en-US" sz="1100" dirty="0" err="1"/>
              <a:t>masih</a:t>
            </a:r>
            <a:r>
              <a:rPr lang="en-US" sz="1100" dirty="0"/>
              <a:t> </a:t>
            </a:r>
            <a:r>
              <a:rPr lang="en-US" sz="1100" dirty="0" err="1"/>
              <a:t>menggunakan</a:t>
            </a:r>
            <a:r>
              <a:rPr lang="en-US" sz="1100" dirty="0"/>
              <a:t> </a:t>
            </a:r>
            <a:r>
              <a:rPr lang="en-US" sz="1100" dirty="0" err="1"/>
              <a:t>akses</a:t>
            </a:r>
            <a:r>
              <a:rPr lang="en-US" sz="1100" dirty="0"/>
              <a:t> </a:t>
            </a:r>
            <a:r>
              <a:rPr lang="en-US" sz="1100" dirty="0" err="1"/>
              <a:t>pada</a:t>
            </a:r>
            <a:r>
              <a:rPr lang="en-US" sz="1100" dirty="0"/>
              <a:t> </a:t>
            </a:r>
            <a:r>
              <a:rPr lang="en-US" sz="1100" i="1" dirty="0"/>
              <a:t>website</a:t>
            </a:r>
            <a:r>
              <a:rPr lang="en-US" sz="1100" dirty="0"/>
              <a:t> </a:t>
            </a:r>
            <a:r>
              <a:rPr lang="en-US" sz="1100" dirty="0" err="1"/>
              <a:t>Dinas</a:t>
            </a:r>
            <a:r>
              <a:rPr lang="en-US" sz="1100" dirty="0"/>
              <a:t> </a:t>
            </a:r>
            <a:r>
              <a:rPr lang="en-US" sz="1100" dirty="0" err="1"/>
              <a:t>Koperasi</a:t>
            </a:r>
            <a:r>
              <a:rPr lang="en-US" sz="1100" dirty="0"/>
              <a:t> </a:t>
            </a:r>
            <a:r>
              <a:rPr lang="en-US" sz="1100" dirty="0" err="1"/>
              <a:t>dan</a:t>
            </a:r>
            <a:r>
              <a:rPr lang="en-US" sz="1100" dirty="0"/>
              <a:t> UMKM Kota</a:t>
            </a:r>
            <a:r>
              <a:rPr lang="id-ID" sz="1100" dirty="0"/>
              <a:t> Padang sebagai berikut </a:t>
            </a:r>
            <a:r>
              <a:rPr lang="id-ID" sz="1100" dirty="0" smtClean="0"/>
              <a:t>:</a:t>
            </a:r>
            <a:endParaRPr lang="en-US" sz="1100" dirty="0" smtClean="0"/>
          </a:p>
          <a:p>
            <a:pPr algn="just"/>
            <a:endParaRPr lang="en-US" sz="1100" dirty="0"/>
          </a:p>
          <a:p>
            <a:pPr marL="228600" lvl="0" indent="-228600" algn="just">
              <a:buFont typeface="+mj-lt"/>
              <a:buAutoNum type="arabicPeriod"/>
            </a:pPr>
            <a:r>
              <a:rPr lang="en-US" sz="1100" dirty="0" err="1"/>
              <a:t>Calon</a:t>
            </a:r>
            <a:r>
              <a:rPr lang="en-US" sz="1100" dirty="0"/>
              <a:t> </a:t>
            </a:r>
            <a:r>
              <a:rPr lang="en-US" sz="1100" dirty="0" err="1"/>
              <a:t>Anggota</a:t>
            </a:r>
            <a:r>
              <a:rPr lang="en-US" sz="1100" dirty="0"/>
              <a:t> UMKM </a:t>
            </a:r>
            <a:r>
              <a:rPr lang="en-US" sz="1100" dirty="0" err="1"/>
              <a:t>terlebih</a:t>
            </a:r>
            <a:r>
              <a:rPr lang="en-US" sz="1100" dirty="0"/>
              <a:t> </a:t>
            </a:r>
            <a:r>
              <a:rPr lang="en-US" sz="1100" dirty="0" err="1"/>
              <a:t>dahulu</a:t>
            </a:r>
            <a:r>
              <a:rPr lang="en-US" sz="1100" dirty="0"/>
              <a:t> </a:t>
            </a:r>
            <a:r>
              <a:rPr lang="en-US" sz="1100" dirty="0" err="1"/>
              <a:t>mengajukan</a:t>
            </a:r>
            <a:r>
              <a:rPr lang="en-US" sz="1100" dirty="0"/>
              <a:t> data </a:t>
            </a:r>
            <a:r>
              <a:rPr lang="en-US" sz="1100" dirty="0" err="1"/>
              <a:t>permohonan</a:t>
            </a:r>
            <a:r>
              <a:rPr lang="en-US" sz="1100" dirty="0"/>
              <a:t> </a:t>
            </a:r>
            <a:r>
              <a:rPr lang="en-US" sz="1100" dirty="0" err="1"/>
              <a:t>anggota</a:t>
            </a:r>
            <a:r>
              <a:rPr lang="en-US" sz="1100" dirty="0"/>
              <a:t> UMKM </a:t>
            </a:r>
            <a:r>
              <a:rPr lang="en-US" sz="1100" dirty="0" err="1"/>
              <a:t>dan</a:t>
            </a:r>
            <a:r>
              <a:rPr lang="en-US" sz="1100" dirty="0"/>
              <a:t> </a:t>
            </a:r>
            <a:r>
              <a:rPr lang="en-US" sz="1100" dirty="0" err="1"/>
              <a:t>Koperasi</a:t>
            </a:r>
            <a:r>
              <a:rPr lang="en-US" sz="1100" dirty="0"/>
              <a:t> </a:t>
            </a:r>
            <a:r>
              <a:rPr lang="en-US" sz="1100" dirty="0" err="1"/>
              <a:t>pada</a:t>
            </a:r>
            <a:r>
              <a:rPr lang="en-US" sz="1100" dirty="0"/>
              <a:t> </a:t>
            </a:r>
            <a:r>
              <a:rPr lang="en-US" sz="1100" dirty="0" err="1"/>
              <a:t>Dinas</a:t>
            </a:r>
            <a:r>
              <a:rPr lang="en-US" sz="1100" dirty="0"/>
              <a:t> UMKM </a:t>
            </a:r>
            <a:r>
              <a:rPr lang="en-US" sz="1100" dirty="0" err="1"/>
              <a:t>dan</a:t>
            </a:r>
            <a:r>
              <a:rPr lang="en-US" sz="1100" dirty="0"/>
              <a:t> </a:t>
            </a:r>
            <a:r>
              <a:rPr lang="en-US" sz="1100" dirty="0" err="1"/>
              <a:t>Koperasi</a:t>
            </a:r>
            <a:r>
              <a:rPr lang="en-US" sz="1100" dirty="0"/>
              <a:t> Kota Padang </a:t>
            </a:r>
            <a:r>
              <a:rPr lang="en-US" sz="1100" dirty="0" smtClean="0"/>
              <a:t>.</a:t>
            </a:r>
          </a:p>
          <a:p>
            <a:pPr marL="228600" lvl="0" indent="-228600" algn="just">
              <a:buFont typeface="+mj-lt"/>
              <a:buAutoNum type="arabicPeriod"/>
            </a:pPr>
            <a:endParaRPr lang="en-US" sz="1100" dirty="0"/>
          </a:p>
          <a:p>
            <a:pPr marL="228600" lvl="0" indent="-228600" algn="just">
              <a:buFont typeface="+mj-lt"/>
              <a:buAutoNum type="arabicPeriod"/>
            </a:pPr>
            <a:r>
              <a:rPr lang="en-US" sz="1100" dirty="0" err="1"/>
              <a:t>Kemudian</a:t>
            </a:r>
            <a:r>
              <a:rPr lang="en-US" sz="1100" dirty="0"/>
              <a:t> </a:t>
            </a:r>
            <a:r>
              <a:rPr lang="en-US" sz="1100" dirty="0" err="1"/>
              <a:t>calon</a:t>
            </a:r>
            <a:r>
              <a:rPr lang="en-US" sz="1100" dirty="0"/>
              <a:t> </a:t>
            </a:r>
            <a:r>
              <a:rPr lang="en-US" sz="1100" dirty="0" err="1"/>
              <a:t>anggota</a:t>
            </a:r>
            <a:r>
              <a:rPr lang="en-US" sz="1100" dirty="0"/>
              <a:t> UMKM yang </a:t>
            </a:r>
            <a:r>
              <a:rPr lang="en-US" sz="1100" dirty="0" err="1"/>
              <a:t>telah</a:t>
            </a:r>
            <a:r>
              <a:rPr lang="en-US" sz="1100" dirty="0"/>
              <a:t> </a:t>
            </a:r>
            <a:r>
              <a:rPr lang="en-US" sz="1100" dirty="0" err="1"/>
              <a:t>mengisi</a:t>
            </a:r>
            <a:r>
              <a:rPr lang="en-US" sz="1100" dirty="0"/>
              <a:t> </a:t>
            </a:r>
            <a:r>
              <a:rPr lang="en-US" sz="1100" dirty="0" err="1"/>
              <a:t>formulir</a:t>
            </a:r>
            <a:r>
              <a:rPr lang="en-US" sz="1100" dirty="0"/>
              <a:t> </a:t>
            </a:r>
            <a:r>
              <a:rPr lang="en-US" sz="1100" dirty="0" err="1"/>
              <a:t>untuk</a:t>
            </a:r>
            <a:r>
              <a:rPr lang="en-US" sz="1100" dirty="0"/>
              <a:t> </a:t>
            </a:r>
            <a:r>
              <a:rPr lang="en-US" sz="1100" dirty="0" err="1"/>
              <a:t>pendaftaran</a:t>
            </a:r>
            <a:r>
              <a:rPr lang="en-US" sz="1100" dirty="0"/>
              <a:t> </a:t>
            </a:r>
            <a:r>
              <a:rPr lang="en-US" sz="1100" dirty="0" err="1"/>
              <a:t>syarat</a:t>
            </a:r>
            <a:r>
              <a:rPr lang="en-US" sz="1100" dirty="0"/>
              <a:t> </a:t>
            </a:r>
            <a:r>
              <a:rPr lang="en-US" sz="1100" dirty="0" err="1"/>
              <a:t>anggota</a:t>
            </a:r>
            <a:r>
              <a:rPr lang="en-US" sz="1100" dirty="0"/>
              <a:t> </a:t>
            </a:r>
            <a:r>
              <a:rPr lang="en-US" sz="1100" dirty="0" err="1"/>
              <a:t>dan</a:t>
            </a:r>
            <a:r>
              <a:rPr lang="en-US" sz="1100" dirty="0"/>
              <a:t> </a:t>
            </a:r>
            <a:r>
              <a:rPr lang="en-US" sz="1100" dirty="0" err="1"/>
              <a:t>diajukan</a:t>
            </a:r>
            <a:r>
              <a:rPr lang="en-US" sz="1100" dirty="0"/>
              <a:t> </a:t>
            </a:r>
            <a:r>
              <a:rPr lang="en-US" sz="1100" dirty="0" err="1"/>
              <a:t>pada</a:t>
            </a:r>
            <a:r>
              <a:rPr lang="en-US" sz="1100" dirty="0"/>
              <a:t> </a:t>
            </a:r>
            <a:r>
              <a:rPr lang="en-US" sz="1100" dirty="0" err="1"/>
              <a:t>Dinas</a:t>
            </a:r>
            <a:r>
              <a:rPr lang="en-US" sz="1100" dirty="0"/>
              <a:t> </a:t>
            </a:r>
            <a:r>
              <a:rPr lang="en-US" sz="1100" dirty="0" err="1"/>
              <a:t>Koperasi</a:t>
            </a:r>
            <a:r>
              <a:rPr lang="en-US" sz="1100" dirty="0"/>
              <a:t> </a:t>
            </a:r>
            <a:r>
              <a:rPr lang="en-US" sz="1100" dirty="0" err="1"/>
              <a:t>dan</a:t>
            </a:r>
            <a:r>
              <a:rPr lang="en-US" sz="1100" dirty="0"/>
              <a:t> UMKM Kota Padang</a:t>
            </a:r>
            <a:r>
              <a:rPr lang="en-US" sz="1100" dirty="0" smtClean="0"/>
              <a:t>.</a:t>
            </a:r>
          </a:p>
          <a:p>
            <a:pPr marL="228600" lvl="0" indent="-228600" algn="just">
              <a:buFont typeface="+mj-lt"/>
              <a:buAutoNum type="arabicPeriod"/>
            </a:pPr>
            <a:endParaRPr lang="en-US" sz="1100" dirty="0"/>
          </a:p>
          <a:p>
            <a:pPr marL="228600" lvl="0" indent="-228600" algn="just">
              <a:buFont typeface="+mj-lt"/>
              <a:buAutoNum type="arabicPeriod"/>
            </a:pPr>
            <a:r>
              <a:rPr lang="en-US" sz="1100" dirty="0" err="1"/>
              <a:t>Selanjutnya</a:t>
            </a:r>
            <a:r>
              <a:rPr lang="en-US" sz="1100" dirty="0"/>
              <a:t> </a:t>
            </a:r>
            <a:r>
              <a:rPr lang="en-US" sz="1100" dirty="0" err="1"/>
              <a:t>Dinas</a:t>
            </a:r>
            <a:r>
              <a:rPr lang="en-US" sz="1100" dirty="0"/>
              <a:t> </a:t>
            </a:r>
            <a:r>
              <a:rPr lang="en-US" sz="1100" dirty="0" err="1"/>
              <a:t>Koperasi</a:t>
            </a:r>
            <a:r>
              <a:rPr lang="en-US" sz="1100" dirty="0"/>
              <a:t> </a:t>
            </a:r>
            <a:r>
              <a:rPr lang="en-US" sz="1100" dirty="0" err="1"/>
              <a:t>dan</a:t>
            </a:r>
            <a:r>
              <a:rPr lang="en-US" sz="1100" dirty="0"/>
              <a:t> UMKM Kota </a:t>
            </a:r>
            <a:r>
              <a:rPr lang="en-US" sz="1100" dirty="0" err="1"/>
              <a:t>padang</a:t>
            </a:r>
            <a:r>
              <a:rPr lang="en-US" sz="1100" dirty="0"/>
              <a:t> </a:t>
            </a:r>
            <a:r>
              <a:rPr lang="en-US" sz="1100" dirty="0" err="1"/>
              <a:t>Menseleksi</a:t>
            </a:r>
            <a:r>
              <a:rPr lang="en-US" sz="1100" dirty="0"/>
              <a:t> data </a:t>
            </a:r>
            <a:r>
              <a:rPr lang="en-US" sz="1100" dirty="0" err="1"/>
              <a:t>calon</a:t>
            </a:r>
            <a:r>
              <a:rPr lang="en-US" sz="1100" dirty="0"/>
              <a:t> </a:t>
            </a:r>
            <a:r>
              <a:rPr lang="en-US" sz="1100" dirty="0" err="1"/>
              <a:t>anggota</a:t>
            </a:r>
            <a:r>
              <a:rPr lang="en-US" sz="1100" dirty="0"/>
              <a:t> yang </a:t>
            </a:r>
            <a:r>
              <a:rPr lang="en-US" sz="1100" dirty="0" err="1"/>
              <a:t>memenuhi</a:t>
            </a:r>
            <a:r>
              <a:rPr lang="en-US" sz="1100" dirty="0"/>
              <a:t> </a:t>
            </a:r>
            <a:r>
              <a:rPr lang="en-US" sz="1100" dirty="0" err="1"/>
              <a:t>syarat</a:t>
            </a:r>
            <a:r>
              <a:rPr lang="en-US" sz="1100" dirty="0"/>
              <a:t> </a:t>
            </a:r>
            <a:r>
              <a:rPr lang="en-US" sz="1100" dirty="0" err="1"/>
              <a:t>sebagai</a:t>
            </a:r>
            <a:r>
              <a:rPr lang="en-US" sz="1100" dirty="0"/>
              <a:t> </a:t>
            </a:r>
            <a:r>
              <a:rPr lang="en-US" sz="1100" dirty="0" err="1"/>
              <a:t>calon</a:t>
            </a:r>
            <a:r>
              <a:rPr lang="en-US" sz="1100" dirty="0"/>
              <a:t> </a:t>
            </a:r>
            <a:r>
              <a:rPr lang="en-US" sz="1100" dirty="0" err="1"/>
              <a:t>anggota</a:t>
            </a:r>
            <a:r>
              <a:rPr lang="en-US" sz="1100" dirty="0"/>
              <a:t> UMKM </a:t>
            </a:r>
            <a:r>
              <a:rPr lang="en-US" sz="1100" dirty="0" err="1"/>
              <a:t>kota</a:t>
            </a:r>
            <a:r>
              <a:rPr lang="en-US" sz="1100" dirty="0"/>
              <a:t> </a:t>
            </a:r>
            <a:r>
              <a:rPr lang="en-US" sz="1100" dirty="0" err="1" smtClean="0"/>
              <a:t>padang</a:t>
            </a:r>
            <a:endParaRPr lang="en-US" sz="1100" dirty="0" smtClean="0"/>
          </a:p>
          <a:p>
            <a:pPr marL="228600" lvl="0" indent="-228600" algn="just">
              <a:buFont typeface="+mj-lt"/>
              <a:buAutoNum type="arabicPeriod"/>
            </a:pPr>
            <a:endParaRPr lang="en-US" sz="1100" dirty="0"/>
          </a:p>
          <a:p>
            <a:pPr marL="228600" lvl="0" indent="-228600" algn="just">
              <a:buFont typeface="+mj-lt"/>
              <a:buAutoNum type="arabicPeriod"/>
            </a:pPr>
            <a:r>
              <a:rPr lang="en-US" sz="1100" dirty="0" err="1"/>
              <a:t>Jika</a:t>
            </a:r>
            <a:r>
              <a:rPr lang="en-US" sz="1100" dirty="0"/>
              <a:t> data yang di </a:t>
            </a:r>
            <a:r>
              <a:rPr lang="en-US" sz="1100" dirty="0" err="1"/>
              <a:t>seleksi</a:t>
            </a:r>
            <a:r>
              <a:rPr lang="en-US" sz="1100" dirty="0"/>
              <a:t> </a:t>
            </a:r>
            <a:r>
              <a:rPr lang="en-US" sz="1100" dirty="0" err="1"/>
              <a:t>memenuhi</a:t>
            </a:r>
            <a:r>
              <a:rPr lang="en-US" sz="1100" dirty="0"/>
              <a:t> </a:t>
            </a:r>
            <a:r>
              <a:rPr lang="en-US" sz="1100" dirty="0" err="1"/>
              <a:t>syarat</a:t>
            </a:r>
            <a:r>
              <a:rPr lang="en-US" sz="1100" dirty="0"/>
              <a:t> </a:t>
            </a:r>
            <a:r>
              <a:rPr lang="en-US" sz="1100" dirty="0" err="1"/>
              <a:t>maka</a:t>
            </a:r>
            <a:r>
              <a:rPr lang="en-US" sz="1100" dirty="0"/>
              <a:t> data </a:t>
            </a:r>
            <a:r>
              <a:rPr lang="en-US" sz="1100" dirty="0" err="1"/>
              <a:t>calon</a:t>
            </a:r>
            <a:r>
              <a:rPr lang="en-US" sz="1100" dirty="0"/>
              <a:t> </a:t>
            </a:r>
            <a:r>
              <a:rPr lang="en-US" sz="1100" dirty="0" err="1"/>
              <a:t>anggota</a:t>
            </a:r>
            <a:r>
              <a:rPr lang="en-US" sz="1100" dirty="0"/>
              <a:t> di </a:t>
            </a:r>
            <a:r>
              <a:rPr lang="en-US" sz="1100" dirty="0" err="1"/>
              <a:t>terima</a:t>
            </a:r>
            <a:r>
              <a:rPr lang="en-US" sz="1100" dirty="0"/>
              <a:t> </a:t>
            </a:r>
            <a:r>
              <a:rPr lang="en-US" sz="1100" dirty="0" err="1"/>
              <a:t>dan</a:t>
            </a:r>
            <a:r>
              <a:rPr lang="en-US" sz="1100" dirty="0"/>
              <a:t> di </a:t>
            </a:r>
            <a:r>
              <a:rPr lang="en-US" sz="1100" dirty="0" err="1"/>
              <a:t>dokumentasi</a:t>
            </a:r>
            <a:r>
              <a:rPr lang="en-US" sz="1100" dirty="0"/>
              <a:t> </a:t>
            </a:r>
            <a:r>
              <a:rPr lang="en-US" sz="1100" dirty="0" err="1"/>
              <a:t>pada</a:t>
            </a:r>
            <a:r>
              <a:rPr lang="en-US" sz="1100" dirty="0"/>
              <a:t> </a:t>
            </a:r>
            <a:r>
              <a:rPr lang="en-US" sz="1100" dirty="0" err="1"/>
              <a:t>laporan</a:t>
            </a:r>
            <a:r>
              <a:rPr lang="en-US" sz="1100" dirty="0"/>
              <a:t> </a:t>
            </a:r>
            <a:r>
              <a:rPr lang="en-US" sz="1100" dirty="0" err="1"/>
              <a:t>rekap</a:t>
            </a:r>
            <a:r>
              <a:rPr lang="en-US" sz="1100" dirty="0"/>
              <a:t> data UMKM Kota Padang, </a:t>
            </a:r>
            <a:r>
              <a:rPr lang="en-US" sz="1100" dirty="0" err="1"/>
              <a:t>namu</a:t>
            </a:r>
            <a:r>
              <a:rPr lang="en-US" sz="1100" dirty="0"/>
              <a:t> </a:t>
            </a:r>
            <a:r>
              <a:rPr lang="en-US" sz="1100" dirty="0" err="1"/>
              <a:t>apabila</a:t>
            </a:r>
            <a:r>
              <a:rPr lang="en-US" sz="1100" dirty="0"/>
              <a:t> data </a:t>
            </a:r>
            <a:r>
              <a:rPr lang="en-US" sz="1100" dirty="0" err="1"/>
              <a:t>tidak</a:t>
            </a:r>
            <a:r>
              <a:rPr lang="en-US" sz="1100" dirty="0"/>
              <a:t> </a:t>
            </a:r>
            <a:r>
              <a:rPr lang="en-US" sz="1100" dirty="0" err="1"/>
              <a:t>memenuhi</a:t>
            </a:r>
            <a:r>
              <a:rPr lang="en-US" sz="1100" dirty="0"/>
              <a:t> </a:t>
            </a:r>
            <a:r>
              <a:rPr lang="en-US" sz="1100" dirty="0" err="1"/>
              <a:t>syarat</a:t>
            </a:r>
            <a:r>
              <a:rPr lang="en-US" sz="1100" dirty="0"/>
              <a:t> </a:t>
            </a:r>
            <a:r>
              <a:rPr lang="en-US" sz="1100" dirty="0" err="1"/>
              <a:t>oleh</a:t>
            </a:r>
            <a:r>
              <a:rPr lang="en-US" sz="1100" dirty="0"/>
              <a:t> </a:t>
            </a:r>
            <a:r>
              <a:rPr lang="en-US" sz="1100" dirty="0" err="1"/>
              <a:t>Dinas</a:t>
            </a:r>
            <a:r>
              <a:rPr lang="en-US" sz="1100" dirty="0"/>
              <a:t> </a:t>
            </a:r>
            <a:r>
              <a:rPr lang="en-US" sz="1100" dirty="0" err="1"/>
              <a:t>Koperasi</a:t>
            </a:r>
            <a:r>
              <a:rPr lang="en-US" sz="1100" dirty="0"/>
              <a:t> </a:t>
            </a:r>
            <a:r>
              <a:rPr lang="en-US" sz="1100" dirty="0" err="1"/>
              <a:t>dan</a:t>
            </a:r>
            <a:r>
              <a:rPr lang="en-US" sz="1100" dirty="0"/>
              <a:t> UMKM Kota Padang </a:t>
            </a:r>
            <a:r>
              <a:rPr lang="en-US" sz="1100" dirty="0" err="1"/>
              <a:t>akan</a:t>
            </a:r>
            <a:r>
              <a:rPr lang="en-US" sz="1100" dirty="0"/>
              <a:t> di </a:t>
            </a:r>
            <a:r>
              <a:rPr lang="en-US" sz="1100" dirty="0" err="1"/>
              <a:t>kembalikan</a:t>
            </a:r>
            <a:r>
              <a:rPr lang="en-US" sz="1100" dirty="0"/>
              <a:t> </a:t>
            </a:r>
            <a:r>
              <a:rPr lang="en-US" sz="1100" dirty="0" err="1"/>
              <a:t>pada</a:t>
            </a:r>
            <a:r>
              <a:rPr lang="en-US" sz="1100" dirty="0"/>
              <a:t> </a:t>
            </a:r>
            <a:r>
              <a:rPr lang="en-US" sz="1100" dirty="0" err="1"/>
              <a:t>awal</a:t>
            </a:r>
            <a:r>
              <a:rPr lang="en-US" sz="1100" dirty="0"/>
              <a:t> di </a:t>
            </a:r>
            <a:r>
              <a:rPr lang="en-US" sz="1100" dirty="0" err="1"/>
              <a:t>mana</a:t>
            </a:r>
            <a:r>
              <a:rPr lang="en-US" sz="1100" dirty="0"/>
              <a:t> </a:t>
            </a:r>
            <a:r>
              <a:rPr lang="en-US" sz="1100" dirty="0" err="1"/>
              <a:t>pemohon</a:t>
            </a:r>
            <a:r>
              <a:rPr lang="en-US" sz="1100" dirty="0"/>
              <a:t> </a:t>
            </a:r>
            <a:r>
              <a:rPr lang="en-US" sz="1100" dirty="0" err="1"/>
              <a:t>anggota</a:t>
            </a:r>
            <a:r>
              <a:rPr lang="en-US" sz="1100" dirty="0"/>
              <a:t> </a:t>
            </a:r>
            <a:r>
              <a:rPr lang="en-US" sz="1100" dirty="0" err="1"/>
              <a:t>untuk</a:t>
            </a:r>
            <a:r>
              <a:rPr lang="en-US" sz="1100" dirty="0"/>
              <a:t> </a:t>
            </a:r>
            <a:r>
              <a:rPr lang="en-US" sz="1100" dirty="0" err="1"/>
              <a:t>mengisi</a:t>
            </a:r>
            <a:r>
              <a:rPr lang="en-US" sz="1100" dirty="0"/>
              <a:t> data  </a:t>
            </a:r>
            <a:r>
              <a:rPr lang="en-US" sz="1100" dirty="0" err="1"/>
              <a:t>kembali</a:t>
            </a:r>
            <a:r>
              <a:rPr lang="en-US" sz="1100" dirty="0" smtClean="0"/>
              <a:t>.</a:t>
            </a:r>
          </a:p>
          <a:p>
            <a:pPr marL="228600" lvl="0" indent="-228600" algn="just">
              <a:buFont typeface="+mj-lt"/>
              <a:buAutoNum type="arabicPeriod"/>
            </a:pPr>
            <a:endParaRPr lang="en-US" sz="1100" dirty="0"/>
          </a:p>
          <a:p>
            <a:pPr marL="228600" lvl="0" indent="-228600" algn="just">
              <a:buFont typeface="+mj-lt"/>
              <a:buAutoNum type="arabicPeriod"/>
            </a:pPr>
            <a:r>
              <a:rPr lang="en-US" sz="1100" dirty="0" err="1"/>
              <a:t>Selanjutnya</a:t>
            </a:r>
            <a:r>
              <a:rPr lang="en-US" sz="1100" dirty="0"/>
              <a:t> data yang di </a:t>
            </a:r>
            <a:r>
              <a:rPr lang="en-US" sz="1100" dirty="0" err="1"/>
              <a:t>terima</a:t>
            </a:r>
            <a:r>
              <a:rPr lang="en-US" sz="1100" dirty="0"/>
              <a:t> </a:t>
            </a:r>
            <a:r>
              <a:rPr lang="en-US" sz="1100" dirty="0" err="1"/>
              <a:t>akan</a:t>
            </a:r>
            <a:r>
              <a:rPr lang="en-US" sz="1100" dirty="0"/>
              <a:t> di </a:t>
            </a:r>
            <a:r>
              <a:rPr lang="en-US" sz="1100" dirty="0" err="1"/>
              <a:t>ajukan</a:t>
            </a:r>
            <a:r>
              <a:rPr lang="en-US" sz="1100" dirty="0"/>
              <a:t> </a:t>
            </a:r>
            <a:r>
              <a:rPr lang="en-US" sz="1100" dirty="0" err="1"/>
              <a:t>pada</a:t>
            </a:r>
            <a:r>
              <a:rPr lang="en-US" sz="1100" dirty="0"/>
              <a:t> administrator </a:t>
            </a:r>
            <a:r>
              <a:rPr lang="en-US" sz="1100" i="1" dirty="0"/>
              <a:t>website</a:t>
            </a:r>
            <a:r>
              <a:rPr lang="en-US" sz="1100" dirty="0"/>
              <a:t> </a:t>
            </a:r>
            <a:r>
              <a:rPr lang="en-US" sz="1100" dirty="0" err="1"/>
              <a:t>Dinas</a:t>
            </a:r>
            <a:r>
              <a:rPr lang="en-US" sz="1100" dirty="0"/>
              <a:t> </a:t>
            </a:r>
            <a:r>
              <a:rPr lang="en-US" sz="1100" dirty="0" err="1"/>
              <a:t>Koperasi</a:t>
            </a:r>
            <a:r>
              <a:rPr lang="en-US" sz="1100" dirty="0"/>
              <a:t> </a:t>
            </a:r>
            <a:r>
              <a:rPr lang="en-US" sz="1100" dirty="0" err="1"/>
              <a:t>dan</a:t>
            </a:r>
            <a:r>
              <a:rPr lang="en-US" sz="1100" dirty="0"/>
              <a:t> UMKM Kota Padang </a:t>
            </a:r>
          </a:p>
          <a:p>
            <a:pPr marL="228600" lvl="0" indent="-228600" algn="just">
              <a:buFont typeface="+mj-lt"/>
              <a:buAutoNum type="arabicPeriod"/>
            </a:pPr>
            <a:r>
              <a:rPr lang="en-US" sz="1100" dirty="0" err="1"/>
              <a:t>Kemudian</a:t>
            </a:r>
            <a:r>
              <a:rPr lang="en-US" sz="1100" dirty="0"/>
              <a:t> administrator </a:t>
            </a:r>
            <a:r>
              <a:rPr lang="en-US" sz="1100" i="1" dirty="0"/>
              <a:t>website</a:t>
            </a:r>
            <a:r>
              <a:rPr lang="en-US" sz="1100" dirty="0"/>
              <a:t> </a:t>
            </a:r>
            <a:r>
              <a:rPr lang="en-US" sz="1100" dirty="0" err="1"/>
              <a:t>Dinas</a:t>
            </a:r>
            <a:r>
              <a:rPr lang="en-US" sz="1100" dirty="0"/>
              <a:t> </a:t>
            </a:r>
            <a:r>
              <a:rPr lang="en-US" sz="1100" dirty="0" err="1"/>
              <a:t>Koperasi</a:t>
            </a:r>
            <a:r>
              <a:rPr lang="en-US" sz="1100" dirty="0"/>
              <a:t> </a:t>
            </a:r>
            <a:r>
              <a:rPr lang="en-US" sz="1100" dirty="0" err="1"/>
              <a:t>dan</a:t>
            </a:r>
            <a:r>
              <a:rPr lang="en-US" sz="1100" dirty="0"/>
              <a:t> UMKM </a:t>
            </a:r>
            <a:r>
              <a:rPr lang="en-US" sz="1100" dirty="0" err="1"/>
              <a:t>Pota</a:t>
            </a:r>
            <a:r>
              <a:rPr lang="en-US" sz="1100" dirty="0"/>
              <a:t> Padang </a:t>
            </a:r>
            <a:r>
              <a:rPr lang="en-US" sz="1100" dirty="0" err="1"/>
              <a:t>melakukan</a:t>
            </a:r>
            <a:r>
              <a:rPr lang="en-US" sz="1100" dirty="0"/>
              <a:t> proses </a:t>
            </a:r>
            <a:r>
              <a:rPr lang="en-US" sz="1100" dirty="0" err="1"/>
              <a:t>rekap</a:t>
            </a:r>
            <a:r>
              <a:rPr lang="en-US" sz="1100" dirty="0"/>
              <a:t> data </a:t>
            </a:r>
            <a:r>
              <a:rPr lang="en-US" sz="1100" dirty="0" err="1"/>
              <a:t>anggota</a:t>
            </a:r>
            <a:r>
              <a:rPr lang="en-US" sz="1100" dirty="0"/>
              <a:t> UMKM yang </a:t>
            </a:r>
            <a:r>
              <a:rPr lang="en-US" sz="1100" dirty="0" err="1"/>
              <a:t>baru</a:t>
            </a:r>
            <a:r>
              <a:rPr lang="en-US" sz="1100" dirty="0"/>
              <a:t> </a:t>
            </a:r>
            <a:r>
              <a:rPr lang="en-US" sz="1100" dirty="0" err="1"/>
              <a:t>terdaftar</a:t>
            </a:r>
            <a:r>
              <a:rPr lang="en-US" sz="1100" dirty="0"/>
              <a:t> </a:t>
            </a:r>
            <a:r>
              <a:rPr lang="en-US" sz="1100" dirty="0" err="1"/>
              <a:t>untuk</a:t>
            </a:r>
            <a:r>
              <a:rPr lang="en-US" sz="1100" dirty="0"/>
              <a:t> di </a:t>
            </a:r>
            <a:r>
              <a:rPr lang="en-US" sz="1100" dirty="0" err="1"/>
              <a:t>publikasi</a:t>
            </a:r>
            <a:r>
              <a:rPr lang="en-US" sz="1100" dirty="0"/>
              <a:t> </a:t>
            </a:r>
            <a:r>
              <a:rPr lang="en-US" sz="1100" dirty="0" err="1"/>
              <a:t>pada</a:t>
            </a:r>
            <a:r>
              <a:rPr lang="en-US" sz="1100" dirty="0"/>
              <a:t> </a:t>
            </a:r>
            <a:r>
              <a:rPr lang="en-US" sz="1100" i="1" dirty="0"/>
              <a:t>website</a:t>
            </a:r>
            <a:r>
              <a:rPr lang="en-US" sz="1100" dirty="0" smtClean="0"/>
              <a:t>.</a:t>
            </a:r>
          </a:p>
          <a:p>
            <a:pPr marL="228600" lvl="0" indent="-228600" algn="just">
              <a:buFont typeface="+mj-lt"/>
              <a:buAutoNum type="arabicPeriod"/>
            </a:pPr>
            <a:endParaRPr lang="en-US" sz="1100" dirty="0"/>
          </a:p>
          <a:p>
            <a:pPr marL="228600" lvl="0" indent="-228600" algn="just">
              <a:buFont typeface="+mj-lt"/>
              <a:buAutoNum type="arabicPeriod"/>
            </a:pPr>
            <a:r>
              <a:rPr lang="en-US" sz="1100" dirty="0"/>
              <a:t>Data yang di </a:t>
            </a:r>
            <a:r>
              <a:rPr lang="en-US" sz="1100" dirty="0" err="1"/>
              <a:t>publikasikan</a:t>
            </a:r>
            <a:r>
              <a:rPr lang="en-US" sz="1100" dirty="0"/>
              <a:t> </a:t>
            </a:r>
            <a:r>
              <a:rPr lang="en-US" sz="1100" dirty="0" err="1"/>
              <a:t>pada</a:t>
            </a:r>
            <a:r>
              <a:rPr lang="en-US" sz="1100" dirty="0"/>
              <a:t> </a:t>
            </a:r>
            <a:r>
              <a:rPr lang="en-US" sz="1100" dirty="0" err="1"/>
              <a:t>halaman</a:t>
            </a:r>
            <a:r>
              <a:rPr lang="en-US" sz="1100" dirty="0"/>
              <a:t> </a:t>
            </a:r>
            <a:r>
              <a:rPr lang="en-US" sz="1100" i="1" dirty="0"/>
              <a:t>website</a:t>
            </a:r>
            <a:r>
              <a:rPr lang="en-US" sz="1100" dirty="0"/>
              <a:t> </a:t>
            </a:r>
            <a:r>
              <a:rPr lang="en-US" sz="1100" dirty="0" err="1"/>
              <a:t>Dinas</a:t>
            </a:r>
            <a:r>
              <a:rPr lang="en-US" sz="1100" dirty="0"/>
              <a:t> </a:t>
            </a:r>
            <a:r>
              <a:rPr lang="en-US" sz="1100" dirty="0" err="1"/>
              <a:t>Koperasi</a:t>
            </a:r>
            <a:r>
              <a:rPr lang="en-US" sz="1100" dirty="0"/>
              <a:t> </a:t>
            </a:r>
            <a:r>
              <a:rPr lang="en-US" sz="1100" dirty="0" err="1"/>
              <a:t>dan</a:t>
            </a:r>
            <a:r>
              <a:rPr lang="en-US" sz="1100" dirty="0"/>
              <a:t> UMKM Kota Padang </a:t>
            </a:r>
            <a:r>
              <a:rPr lang="en-US" sz="1100" dirty="0" err="1"/>
              <a:t>akan</a:t>
            </a:r>
            <a:r>
              <a:rPr lang="en-US" sz="1100" dirty="0"/>
              <a:t> di </a:t>
            </a:r>
            <a:r>
              <a:rPr lang="en-US" sz="1100" dirty="0" err="1"/>
              <a:t>simpan</a:t>
            </a:r>
            <a:r>
              <a:rPr lang="en-US" sz="1100" dirty="0"/>
              <a:t> </a:t>
            </a:r>
            <a:r>
              <a:rPr lang="en-US" sz="1100" dirty="0" err="1"/>
              <a:t>pada</a:t>
            </a:r>
            <a:r>
              <a:rPr lang="en-US" sz="1100" dirty="0"/>
              <a:t> </a:t>
            </a:r>
            <a:r>
              <a:rPr lang="en-US" sz="1100" i="1" dirty="0"/>
              <a:t>database</a:t>
            </a:r>
            <a:r>
              <a:rPr lang="en-US" sz="1100" dirty="0"/>
              <a:t> </a:t>
            </a:r>
            <a:r>
              <a:rPr lang="en-US" sz="1100" i="1" dirty="0"/>
              <a:t>website</a:t>
            </a:r>
            <a:r>
              <a:rPr lang="en-US" sz="1100" dirty="0"/>
              <a:t> </a:t>
            </a:r>
            <a:r>
              <a:rPr lang="en-US" sz="1100" dirty="0" err="1"/>
              <a:t>tersebut</a:t>
            </a:r>
            <a:r>
              <a:rPr lang="en-US" sz="1100" dirty="0" smtClean="0"/>
              <a:t>.</a:t>
            </a:r>
          </a:p>
          <a:p>
            <a:pPr marL="228600" lvl="0" indent="-228600" algn="just">
              <a:buFont typeface="+mj-lt"/>
              <a:buAutoNum type="arabicPeriod"/>
            </a:pPr>
            <a:endParaRPr lang="en-US" sz="1100" dirty="0"/>
          </a:p>
          <a:p>
            <a:pPr marL="228600" lvl="0" indent="-228600" algn="just">
              <a:buFont typeface="+mj-lt"/>
              <a:buAutoNum type="arabicPeriod"/>
            </a:pPr>
            <a:r>
              <a:rPr lang="en-US" sz="1100" dirty="0"/>
              <a:t>Data yang </a:t>
            </a:r>
            <a:r>
              <a:rPr lang="en-US" sz="1100" dirty="0" err="1"/>
              <a:t>tersimpan</a:t>
            </a:r>
            <a:r>
              <a:rPr lang="en-US" sz="1100" dirty="0"/>
              <a:t> </a:t>
            </a:r>
            <a:r>
              <a:rPr lang="en-US" sz="1100" dirty="0" err="1"/>
              <a:t>pada</a:t>
            </a:r>
            <a:r>
              <a:rPr lang="en-US" sz="1100" dirty="0"/>
              <a:t> </a:t>
            </a:r>
            <a:r>
              <a:rPr lang="en-US" sz="1100" dirty="0" err="1"/>
              <a:t>halaman</a:t>
            </a:r>
            <a:r>
              <a:rPr lang="en-US" sz="1100" dirty="0"/>
              <a:t> </a:t>
            </a:r>
            <a:r>
              <a:rPr lang="en-US" sz="1100" i="1" dirty="0"/>
              <a:t>website</a:t>
            </a:r>
            <a:r>
              <a:rPr lang="en-US" sz="1100" dirty="0"/>
              <a:t> </a:t>
            </a:r>
            <a:r>
              <a:rPr lang="en-US" sz="1100" dirty="0" err="1"/>
              <a:t>akan</a:t>
            </a:r>
            <a:r>
              <a:rPr lang="en-US" sz="1100" dirty="0"/>
              <a:t> di </a:t>
            </a:r>
            <a:r>
              <a:rPr lang="en-US" sz="1100" dirty="0" err="1"/>
              <a:t>tampilkan</a:t>
            </a:r>
            <a:r>
              <a:rPr lang="en-US" sz="1100" dirty="0"/>
              <a:t> </a:t>
            </a:r>
            <a:r>
              <a:rPr lang="en-US" sz="1100" dirty="0" err="1"/>
              <a:t>pada</a:t>
            </a:r>
            <a:r>
              <a:rPr lang="en-US" sz="1100" dirty="0"/>
              <a:t> </a:t>
            </a:r>
            <a:r>
              <a:rPr lang="en-US" sz="1100" dirty="0" err="1"/>
              <a:t>halaman</a:t>
            </a:r>
            <a:r>
              <a:rPr lang="en-US" sz="1100" dirty="0"/>
              <a:t> </a:t>
            </a:r>
            <a:r>
              <a:rPr lang="en-US" sz="1100" dirty="0" err="1"/>
              <a:t>rekap</a:t>
            </a:r>
            <a:r>
              <a:rPr lang="en-US" sz="1100" dirty="0"/>
              <a:t> data  UMKM Kota </a:t>
            </a:r>
            <a:r>
              <a:rPr lang="en-US" sz="1100" dirty="0" err="1"/>
              <a:t>padang</a:t>
            </a:r>
            <a:r>
              <a:rPr lang="en-US" sz="1100" dirty="0"/>
              <a:t>.</a:t>
            </a:r>
          </a:p>
          <a:p>
            <a:pPr algn="just"/>
            <a:endParaRPr lang="en-US" sz="1100" dirty="0"/>
          </a:p>
        </p:txBody>
      </p:sp>
    </p:spTree>
    <p:extLst>
      <p:ext uri="{BB962C8B-B14F-4D97-AF65-F5344CB8AC3E}">
        <p14:creationId xmlns:p14="http://schemas.microsoft.com/office/powerpoint/2010/main" val="25056823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5" name="Rectangle 4"/>
          <p:cNvSpPr/>
          <p:nvPr/>
        </p:nvSpPr>
        <p:spPr>
          <a:xfrm>
            <a:off x="1143000" y="155704"/>
            <a:ext cx="7010400" cy="3139321"/>
          </a:xfrm>
          <a:prstGeom prst="rect">
            <a:avLst/>
          </a:prstGeom>
        </p:spPr>
        <p:txBody>
          <a:bodyPr wrap="square">
            <a:spAutoFit/>
          </a:bodyPr>
          <a:lstStyle/>
          <a:p>
            <a:pPr lvl="2" algn="ctr"/>
            <a:r>
              <a:rPr lang="en-US" sz="1100" b="1" dirty="0" smtClean="0"/>
              <a:t>B.</a:t>
            </a:r>
            <a:r>
              <a:rPr lang="id-ID" sz="1100" b="1" dirty="0" smtClean="0"/>
              <a:t>Analisa </a:t>
            </a:r>
            <a:r>
              <a:rPr lang="id-ID" sz="1100" b="1" dirty="0"/>
              <a:t>Kelemahan Sistem Yang Sedang Berjalan / </a:t>
            </a:r>
            <a:r>
              <a:rPr lang="id-ID" sz="1100" b="1" i="1" dirty="0"/>
              <a:t>Output</a:t>
            </a:r>
            <a:r>
              <a:rPr lang="id-ID" sz="1100" b="1" dirty="0"/>
              <a:t> Yang Sedang </a:t>
            </a:r>
            <a:r>
              <a:rPr lang="id-ID" sz="1100" b="1" dirty="0" smtClean="0"/>
              <a:t>Berjalan</a:t>
            </a:r>
            <a:endParaRPr lang="en-US" sz="1100" b="1" dirty="0" smtClean="0"/>
          </a:p>
          <a:p>
            <a:pPr lvl="2" algn="ctr"/>
            <a:endParaRPr lang="en-US" sz="1100" b="1" dirty="0"/>
          </a:p>
          <a:p>
            <a:r>
              <a:rPr lang="id-ID" sz="1100" dirty="0"/>
              <a:t>Sistem </a:t>
            </a:r>
            <a:r>
              <a:rPr lang="en-US" sz="1100" dirty="0" err="1"/>
              <a:t>informasi</a:t>
            </a:r>
            <a:r>
              <a:rPr lang="en-US" sz="1100" dirty="0"/>
              <a:t> </a:t>
            </a:r>
            <a:r>
              <a:rPr lang="en-US" sz="1100" dirty="0" err="1"/>
              <a:t>pemasaran</a:t>
            </a:r>
            <a:r>
              <a:rPr lang="en-US" sz="1100" dirty="0"/>
              <a:t> </a:t>
            </a:r>
            <a:r>
              <a:rPr lang="en-US" sz="1100" dirty="0" err="1"/>
              <a:t>produk</a:t>
            </a:r>
            <a:r>
              <a:rPr lang="en-US" sz="1100" dirty="0"/>
              <a:t> UMKM</a:t>
            </a:r>
            <a:r>
              <a:rPr lang="id-ID" sz="1100" dirty="0"/>
              <a:t> yang sedang berjalan masih </a:t>
            </a:r>
            <a:r>
              <a:rPr lang="en-US" sz="1100" dirty="0" err="1"/>
              <a:t>tergolong</a:t>
            </a:r>
            <a:r>
              <a:rPr lang="en-US" sz="1100" dirty="0"/>
              <a:t> </a:t>
            </a:r>
            <a:r>
              <a:rPr lang="en-US" sz="1100" dirty="0" err="1"/>
              <a:t>sederhana,s</a:t>
            </a:r>
            <a:r>
              <a:rPr lang="id-ID" sz="1100" dirty="0"/>
              <a:t>ehingga dalam </a:t>
            </a:r>
            <a:r>
              <a:rPr lang="en-US" sz="1100" dirty="0" err="1"/>
              <a:t>promosi</a:t>
            </a:r>
            <a:r>
              <a:rPr lang="en-US" sz="1100" dirty="0"/>
              <a:t> </a:t>
            </a:r>
            <a:r>
              <a:rPr lang="en-US" sz="1100" dirty="0" err="1"/>
              <a:t>produk</a:t>
            </a:r>
            <a:r>
              <a:rPr lang="en-US" sz="1100" dirty="0"/>
              <a:t> UMKM yang </a:t>
            </a:r>
            <a:r>
              <a:rPr lang="en-US" sz="1100" dirty="0" err="1"/>
              <a:t>ada</a:t>
            </a:r>
            <a:r>
              <a:rPr lang="en-US" sz="1100" dirty="0"/>
              <a:t> di </a:t>
            </a:r>
            <a:r>
              <a:rPr lang="en-US" sz="1100" dirty="0" err="1"/>
              <a:t>kota</a:t>
            </a:r>
            <a:r>
              <a:rPr lang="en-US" sz="1100" dirty="0"/>
              <a:t> </a:t>
            </a:r>
            <a:r>
              <a:rPr lang="en-US" sz="1100" dirty="0" err="1"/>
              <a:t>padang</a:t>
            </a:r>
            <a:r>
              <a:rPr lang="en-US" sz="1100" dirty="0"/>
              <a:t> </a:t>
            </a:r>
            <a:r>
              <a:rPr lang="en-US" sz="1100" dirty="0" err="1"/>
              <a:t>kurang</a:t>
            </a:r>
            <a:r>
              <a:rPr lang="en-US" sz="1100" dirty="0"/>
              <a:t> </a:t>
            </a:r>
            <a:r>
              <a:rPr lang="en-US" sz="1100" dirty="0" err="1"/>
              <a:t>efektif</a:t>
            </a:r>
            <a:r>
              <a:rPr lang="en-US" sz="1100" dirty="0"/>
              <a:t> </a:t>
            </a:r>
            <a:r>
              <a:rPr lang="en-US" sz="1100" dirty="0" err="1"/>
              <a:t>untuk</a:t>
            </a:r>
            <a:r>
              <a:rPr lang="en-US" sz="1100" dirty="0"/>
              <a:t> </a:t>
            </a:r>
            <a:r>
              <a:rPr lang="en-US" sz="1100" dirty="0" err="1"/>
              <a:t>bisa</a:t>
            </a:r>
            <a:r>
              <a:rPr lang="en-US" sz="1100" dirty="0"/>
              <a:t> </a:t>
            </a:r>
            <a:r>
              <a:rPr lang="en-US" sz="1100" dirty="0" err="1"/>
              <a:t>meninggkat</a:t>
            </a:r>
            <a:r>
              <a:rPr lang="en-US" sz="1100" dirty="0"/>
              <a:t> </a:t>
            </a:r>
            <a:r>
              <a:rPr lang="en-US" sz="1100" dirty="0" err="1"/>
              <a:t>kan</a:t>
            </a:r>
            <a:r>
              <a:rPr lang="en-US" sz="1100" dirty="0"/>
              <a:t> </a:t>
            </a:r>
            <a:r>
              <a:rPr lang="en-US" sz="1100" dirty="0" err="1"/>
              <a:t>pendapatan</a:t>
            </a:r>
            <a:r>
              <a:rPr lang="en-US" sz="1100" dirty="0"/>
              <a:t> </a:t>
            </a:r>
            <a:r>
              <a:rPr lang="en-US" sz="1100" dirty="0" err="1"/>
              <a:t>pelaku</a:t>
            </a:r>
            <a:r>
              <a:rPr lang="en-US" sz="1100" dirty="0"/>
              <a:t> </a:t>
            </a:r>
            <a:r>
              <a:rPr lang="en-US" sz="1100" dirty="0" err="1"/>
              <a:t>bisnis</a:t>
            </a:r>
            <a:r>
              <a:rPr lang="en-US" sz="1100" dirty="0"/>
              <a:t> UMKM di </a:t>
            </a:r>
            <a:r>
              <a:rPr lang="en-US" sz="1100" dirty="0" err="1"/>
              <a:t>kota</a:t>
            </a:r>
            <a:r>
              <a:rPr lang="en-US" sz="1100" dirty="0"/>
              <a:t> </a:t>
            </a:r>
            <a:r>
              <a:rPr lang="en-US" sz="1100" dirty="0" err="1"/>
              <a:t>padang</a:t>
            </a:r>
            <a:r>
              <a:rPr lang="id-ID" sz="1100" dirty="0" smtClean="0"/>
              <a:t>.</a:t>
            </a:r>
            <a:endParaRPr lang="en-US" sz="1100" dirty="0" smtClean="0"/>
          </a:p>
          <a:p>
            <a:pPr marL="228600" indent="-228600">
              <a:buFont typeface="+mj-lt"/>
              <a:buAutoNum type="arabicPeriod"/>
            </a:pPr>
            <a:endParaRPr lang="en-US" sz="1100" dirty="0"/>
          </a:p>
          <a:p>
            <a:r>
              <a:rPr lang="id-ID" sz="1100" dirty="0"/>
              <a:t>Permasalahan yang dihadapi pada sistem Sistem </a:t>
            </a:r>
            <a:r>
              <a:rPr lang="en-US" sz="1100" dirty="0" err="1"/>
              <a:t>informasi</a:t>
            </a:r>
            <a:r>
              <a:rPr lang="en-US" sz="1100" dirty="0"/>
              <a:t> </a:t>
            </a:r>
            <a:r>
              <a:rPr lang="en-US" sz="1100" dirty="0" err="1"/>
              <a:t>pemasaran</a:t>
            </a:r>
            <a:r>
              <a:rPr lang="en-US" sz="1100" dirty="0"/>
              <a:t>  UMKM Kota Padang </a:t>
            </a:r>
            <a:r>
              <a:rPr lang="id-ID" sz="1100" dirty="0"/>
              <a:t> antara lain </a:t>
            </a:r>
            <a:r>
              <a:rPr lang="id-ID" sz="1100" dirty="0" smtClean="0"/>
              <a:t>:</a:t>
            </a:r>
            <a:endParaRPr lang="en-US" sz="1100" dirty="0" smtClean="0"/>
          </a:p>
          <a:p>
            <a:pPr marL="228600" indent="-228600">
              <a:buFont typeface="+mj-lt"/>
              <a:buAutoNum type="arabicPeriod"/>
            </a:pPr>
            <a:endParaRPr lang="en-US" sz="1100" dirty="0"/>
          </a:p>
          <a:p>
            <a:pPr marL="228600" lvl="0" indent="-228600">
              <a:buFont typeface="+mj-lt"/>
              <a:buAutoNum type="arabicPeriod"/>
            </a:pPr>
            <a:r>
              <a:rPr lang="id-ID" sz="1100" dirty="0"/>
              <a:t>Pencarian data penjual</a:t>
            </a:r>
            <a:r>
              <a:rPr lang="en-US" sz="1100" dirty="0"/>
              <a:t> </a:t>
            </a:r>
            <a:r>
              <a:rPr lang="en-US" sz="1100" dirty="0" err="1"/>
              <a:t>dengan</a:t>
            </a:r>
            <a:r>
              <a:rPr lang="en-US" sz="1100" dirty="0"/>
              <a:t> </a:t>
            </a:r>
            <a:r>
              <a:rPr lang="en-US" sz="1100" dirty="0" err="1"/>
              <a:t>produk</a:t>
            </a:r>
            <a:r>
              <a:rPr lang="en-US" sz="1100" dirty="0"/>
              <a:t> yang </a:t>
            </a:r>
            <a:r>
              <a:rPr lang="en-US" sz="1100" dirty="0" err="1"/>
              <a:t>ingin</a:t>
            </a:r>
            <a:r>
              <a:rPr lang="en-US" sz="1100" dirty="0"/>
              <a:t> di </a:t>
            </a:r>
            <a:r>
              <a:rPr lang="en-US" sz="1100" dirty="0" err="1"/>
              <a:t>cari</a:t>
            </a:r>
            <a:r>
              <a:rPr lang="en-US" sz="1100" dirty="0"/>
              <a:t> </a:t>
            </a:r>
            <a:r>
              <a:rPr lang="en-US" sz="1100" dirty="0" err="1"/>
              <a:t>tidak</a:t>
            </a:r>
            <a:r>
              <a:rPr lang="en-US" sz="1100" dirty="0"/>
              <a:t> </a:t>
            </a:r>
            <a:r>
              <a:rPr lang="en-US" sz="1100" dirty="0" err="1"/>
              <a:t>lengkap</a:t>
            </a:r>
            <a:r>
              <a:rPr lang="id-ID" sz="1100" dirty="0"/>
              <a:t>, sehingga </a:t>
            </a:r>
            <a:r>
              <a:rPr lang="en-US" sz="1100" dirty="0" err="1"/>
              <a:t>keinginan</a:t>
            </a:r>
            <a:r>
              <a:rPr lang="en-US" sz="1100" dirty="0"/>
              <a:t> </a:t>
            </a:r>
            <a:r>
              <a:rPr lang="en-US" sz="1100" dirty="0" err="1"/>
              <a:t>konsumen</a:t>
            </a:r>
            <a:r>
              <a:rPr lang="en-US" sz="1100" dirty="0"/>
              <a:t> </a:t>
            </a:r>
            <a:r>
              <a:rPr lang="en-US" sz="1100" dirty="0" err="1"/>
              <a:t>untuk</a:t>
            </a:r>
            <a:r>
              <a:rPr lang="en-US" sz="1100" dirty="0"/>
              <a:t> </a:t>
            </a:r>
            <a:r>
              <a:rPr lang="en-US" sz="1100" dirty="0" err="1"/>
              <a:t>mendapatkan</a:t>
            </a:r>
            <a:r>
              <a:rPr lang="en-US" sz="1100" dirty="0"/>
              <a:t> </a:t>
            </a:r>
            <a:r>
              <a:rPr lang="en-US" sz="1100" dirty="0" err="1"/>
              <a:t>barang</a:t>
            </a:r>
            <a:r>
              <a:rPr lang="en-US" sz="1100" dirty="0"/>
              <a:t> </a:t>
            </a:r>
            <a:r>
              <a:rPr lang="en-US" sz="1100" dirty="0" err="1"/>
              <a:t>hasil</a:t>
            </a:r>
            <a:r>
              <a:rPr lang="en-US" sz="1100" dirty="0"/>
              <a:t> </a:t>
            </a:r>
            <a:r>
              <a:rPr lang="en-US" sz="1100" dirty="0" err="1"/>
              <a:t>produk</a:t>
            </a:r>
            <a:r>
              <a:rPr lang="en-US" sz="1100" dirty="0"/>
              <a:t> UMKM </a:t>
            </a:r>
            <a:r>
              <a:rPr lang="en-US" sz="1100" dirty="0" err="1"/>
              <a:t>menurun</a:t>
            </a:r>
            <a:r>
              <a:rPr lang="id-ID" sz="1100" dirty="0" smtClean="0"/>
              <a:t>.</a:t>
            </a:r>
            <a:endParaRPr lang="en-US" sz="1100" dirty="0" smtClean="0"/>
          </a:p>
          <a:p>
            <a:pPr marL="228600" lvl="0" indent="-228600">
              <a:buFont typeface="+mj-lt"/>
              <a:buAutoNum type="arabicPeriod"/>
            </a:pPr>
            <a:endParaRPr lang="en-US" sz="1100" dirty="0"/>
          </a:p>
          <a:p>
            <a:pPr marL="228600" lvl="0" indent="-228600">
              <a:buFont typeface="+mj-lt"/>
              <a:buAutoNum type="arabicPeriod"/>
            </a:pPr>
            <a:r>
              <a:rPr lang="en-US" sz="1100" dirty="0" err="1"/>
              <a:t>Tidak</a:t>
            </a:r>
            <a:r>
              <a:rPr lang="en-US" sz="1100" dirty="0"/>
              <a:t> </a:t>
            </a:r>
            <a:r>
              <a:rPr lang="en-US" sz="1100" dirty="0" err="1"/>
              <a:t>ada</a:t>
            </a:r>
            <a:r>
              <a:rPr lang="en-US" sz="1100" dirty="0"/>
              <a:t> </a:t>
            </a:r>
            <a:r>
              <a:rPr lang="en-US" sz="1100" dirty="0" err="1"/>
              <a:t>nya</a:t>
            </a:r>
            <a:r>
              <a:rPr lang="en-US" sz="1100" dirty="0"/>
              <a:t> </a:t>
            </a:r>
            <a:r>
              <a:rPr lang="en-US" sz="1100" dirty="0" err="1"/>
              <a:t>katalog</a:t>
            </a:r>
            <a:r>
              <a:rPr lang="en-US" sz="1100" dirty="0"/>
              <a:t> </a:t>
            </a:r>
            <a:r>
              <a:rPr lang="en-US" sz="1100" dirty="0" err="1"/>
              <a:t>barang</a:t>
            </a:r>
            <a:r>
              <a:rPr lang="en-US" sz="1100" dirty="0"/>
              <a:t> yang di </a:t>
            </a:r>
            <a:r>
              <a:rPr lang="en-US" sz="1100" dirty="0" err="1"/>
              <a:t>cari</a:t>
            </a:r>
            <a:r>
              <a:rPr lang="en-US" sz="1100" dirty="0"/>
              <a:t> </a:t>
            </a:r>
            <a:r>
              <a:rPr lang="en-US" sz="1100" dirty="0" err="1"/>
              <a:t>dengan</a:t>
            </a:r>
            <a:r>
              <a:rPr lang="en-US" sz="1100" dirty="0"/>
              <a:t> detail </a:t>
            </a:r>
            <a:r>
              <a:rPr lang="en-US" sz="1100" dirty="0" err="1"/>
              <a:t>informasi</a:t>
            </a:r>
            <a:r>
              <a:rPr lang="en-US" sz="1100" dirty="0"/>
              <a:t> </a:t>
            </a:r>
            <a:r>
              <a:rPr lang="en-US" sz="1100" dirty="0" err="1"/>
              <a:t>barang</a:t>
            </a:r>
            <a:r>
              <a:rPr lang="en-US" sz="1100" dirty="0"/>
              <a:t> yang di </a:t>
            </a:r>
            <a:r>
              <a:rPr lang="en-US" sz="1100" dirty="0" err="1"/>
              <a:t>jual</a:t>
            </a:r>
            <a:r>
              <a:rPr lang="en-US" sz="1100" dirty="0"/>
              <a:t> </a:t>
            </a:r>
            <a:r>
              <a:rPr lang="en-US" sz="1100" dirty="0" err="1"/>
              <a:t>pada</a:t>
            </a:r>
            <a:r>
              <a:rPr lang="en-US" sz="1100" dirty="0"/>
              <a:t> </a:t>
            </a:r>
            <a:r>
              <a:rPr lang="en-US" sz="1100" i="1" dirty="0"/>
              <a:t>website</a:t>
            </a:r>
            <a:r>
              <a:rPr lang="en-US" sz="1100" dirty="0"/>
              <a:t> </a:t>
            </a:r>
            <a:r>
              <a:rPr lang="en-US" sz="1100" dirty="0" err="1"/>
              <a:t>Dinas</a:t>
            </a:r>
            <a:r>
              <a:rPr lang="en-US" sz="1100" dirty="0"/>
              <a:t> </a:t>
            </a:r>
            <a:r>
              <a:rPr lang="en-US" sz="1100" dirty="0" err="1"/>
              <a:t>Koperasi</a:t>
            </a:r>
            <a:r>
              <a:rPr lang="en-US" sz="1100" dirty="0"/>
              <a:t> </a:t>
            </a:r>
            <a:r>
              <a:rPr lang="en-US" sz="1100" dirty="0" err="1"/>
              <a:t>dan</a:t>
            </a:r>
            <a:r>
              <a:rPr lang="en-US" sz="1100" dirty="0"/>
              <a:t> UMKM Kota Padang</a:t>
            </a:r>
            <a:r>
              <a:rPr lang="id-ID" sz="1100" dirty="0"/>
              <a:t>.</a:t>
            </a:r>
            <a:endParaRPr lang="en-US" sz="1100" dirty="0"/>
          </a:p>
          <a:p>
            <a:pPr marL="228600" lvl="0" indent="-228600">
              <a:buFont typeface="+mj-lt"/>
              <a:buAutoNum type="arabicPeriod"/>
            </a:pPr>
            <a:r>
              <a:rPr lang="en-US" sz="1100" dirty="0" err="1"/>
              <a:t>Promosi</a:t>
            </a:r>
            <a:r>
              <a:rPr lang="en-US" sz="1100" dirty="0"/>
              <a:t> </a:t>
            </a:r>
            <a:r>
              <a:rPr lang="en-US" sz="1100" dirty="0" err="1"/>
              <a:t>produk</a:t>
            </a:r>
            <a:r>
              <a:rPr lang="en-US" sz="1100" dirty="0"/>
              <a:t> UMKM yang di </a:t>
            </a:r>
            <a:r>
              <a:rPr lang="en-US" sz="1100" dirty="0" err="1"/>
              <a:t>ada</a:t>
            </a:r>
            <a:r>
              <a:rPr lang="en-US" sz="1100" dirty="0"/>
              <a:t> </a:t>
            </a:r>
            <a:r>
              <a:rPr lang="en-US" sz="1100" dirty="0" err="1"/>
              <a:t>pada</a:t>
            </a:r>
            <a:r>
              <a:rPr lang="en-US" sz="1100" dirty="0"/>
              <a:t> </a:t>
            </a:r>
            <a:r>
              <a:rPr lang="en-US" sz="1100" i="1" dirty="0"/>
              <a:t>website</a:t>
            </a:r>
            <a:r>
              <a:rPr lang="en-US" sz="1100" dirty="0"/>
              <a:t> </a:t>
            </a:r>
            <a:r>
              <a:rPr lang="en-US" sz="1100" dirty="0" err="1"/>
              <a:t>Dinas</a:t>
            </a:r>
            <a:r>
              <a:rPr lang="en-US" sz="1100" dirty="0"/>
              <a:t> </a:t>
            </a:r>
            <a:r>
              <a:rPr lang="en-US" sz="1100" dirty="0" err="1"/>
              <a:t>Koperasi</a:t>
            </a:r>
            <a:r>
              <a:rPr lang="en-US" sz="1100" dirty="0"/>
              <a:t> </a:t>
            </a:r>
            <a:r>
              <a:rPr lang="en-US" sz="1100" dirty="0" err="1"/>
              <a:t>dan</a:t>
            </a:r>
            <a:r>
              <a:rPr lang="en-US" sz="1100" dirty="0"/>
              <a:t> UMKM Kota Padang </a:t>
            </a:r>
            <a:r>
              <a:rPr lang="en-US" sz="1100" dirty="0" err="1"/>
              <a:t>kurang</a:t>
            </a:r>
            <a:r>
              <a:rPr lang="en-US" sz="1100" dirty="0"/>
              <a:t> </a:t>
            </a:r>
            <a:r>
              <a:rPr lang="en-US" sz="1100" dirty="0" err="1"/>
              <a:t>menarik</a:t>
            </a:r>
            <a:r>
              <a:rPr lang="en-US" sz="1100" dirty="0"/>
              <a:t> </a:t>
            </a:r>
            <a:r>
              <a:rPr lang="en-US" sz="1100" dirty="0" err="1"/>
              <a:t>perhatian</a:t>
            </a:r>
            <a:r>
              <a:rPr lang="en-US" sz="1100" dirty="0"/>
              <a:t> </a:t>
            </a:r>
            <a:r>
              <a:rPr lang="en-US" sz="1100" dirty="0" err="1"/>
              <a:t>masyarakat</a:t>
            </a:r>
            <a:r>
              <a:rPr lang="en-US" sz="1100" dirty="0"/>
              <a:t> </a:t>
            </a:r>
            <a:r>
              <a:rPr lang="en-US" sz="1100" dirty="0" err="1"/>
              <a:t>konsumen</a:t>
            </a:r>
            <a:r>
              <a:rPr lang="en-US" sz="1100" dirty="0" smtClean="0"/>
              <a:t>.</a:t>
            </a:r>
          </a:p>
          <a:p>
            <a:pPr marL="228600" lvl="0" indent="-228600">
              <a:buFont typeface="+mj-lt"/>
              <a:buAutoNum type="arabicPeriod"/>
            </a:pPr>
            <a:endParaRPr lang="en-US" sz="1100" dirty="0"/>
          </a:p>
          <a:p>
            <a:pPr marL="228600" lvl="0" indent="-228600">
              <a:buFont typeface="+mj-lt"/>
              <a:buAutoNum type="arabicPeriod"/>
            </a:pPr>
            <a:r>
              <a:rPr lang="id-ID" sz="1100" dirty="0"/>
              <a:t>Adanya kesulitan dalam memperbaiki data apabila terdapat perubahan </a:t>
            </a:r>
            <a:r>
              <a:rPr lang="en-US" sz="1100" dirty="0"/>
              <a:t>data </a:t>
            </a:r>
            <a:r>
              <a:rPr lang="id-ID" sz="1100" dirty="0"/>
              <a:t>yang baru dari </a:t>
            </a:r>
            <a:r>
              <a:rPr lang="en-US" sz="1100" dirty="0" err="1"/>
              <a:t>Administor</a:t>
            </a:r>
            <a:r>
              <a:rPr lang="en-US" sz="1100" dirty="0"/>
              <a:t> </a:t>
            </a:r>
            <a:r>
              <a:rPr lang="en-US" sz="1100" i="1" dirty="0"/>
              <a:t>website</a:t>
            </a:r>
            <a:r>
              <a:rPr lang="en-US" sz="1100" dirty="0"/>
              <a:t> </a:t>
            </a:r>
            <a:r>
              <a:rPr lang="en-US" sz="1100" dirty="0" err="1"/>
              <a:t>Dinas</a:t>
            </a:r>
            <a:r>
              <a:rPr lang="en-US" sz="1100" dirty="0"/>
              <a:t> </a:t>
            </a:r>
            <a:r>
              <a:rPr lang="en-US" sz="1100" dirty="0" err="1"/>
              <a:t>Koperasi</a:t>
            </a:r>
            <a:r>
              <a:rPr lang="en-US" sz="1100" dirty="0"/>
              <a:t> Dan UMKM Kota Padang</a:t>
            </a:r>
            <a:r>
              <a:rPr lang="id-ID" sz="1100" dirty="0"/>
              <a:t>.</a:t>
            </a:r>
            <a:endParaRPr lang="en-US" sz="1100" dirty="0"/>
          </a:p>
        </p:txBody>
      </p:sp>
    </p:spTree>
    <p:extLst>
      <p:ext uri="{BB962C8B-B14F-4D97-AF65-F5344CB8AC3E}">
        <p14:creationId xmlns:p14="http://schemas.microsoft.com/office/powerpoint/2010/main" val="9924795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2137" name="TextBox 2136"/>
          <p:cNvSpPr txBox="1"/>
          <p:nvPr/>
        </p:nvSpPr>
        <p:spPr>
          <a:xfrm>
            <a:off x="2438400" y="209550"/>
            <a:ext cx="2265364" cy="307777"/>
          </a:xfrm>
          <a:prstGeom prst="rect">
            <a:avLst/>
          </a:prstGeom>
          <a:noFill/>
        </p:spPr>
        <p:txBody>
          <a:bodyPr wrap="none" rtlCol="0">
            <a:spAutoFit/>
          </a:bodyPr>
          <a:lstStyle/>
          <a:p>
            <a:pPr lvl="2"/>
            <a:r>
              <a:rPr lang="en-US" b="1" dirty="0" smtClean="0"/>
              <a:t>4.2. </a:t>
            </a:r>
            <a:r>
              <a:rPr lang="id-ID" b="1" dirty="0" smtClean="0"/>
              <a:t>Ulasan </a:t>
            </a:r>
            <a:r>
              <a:rPr lang="id-ID" b="1" dirty="0"/>
              <a:t>Sistem Baru </a:t>
            </a:r>
            <a:endParaRPr lang="en-US" b="1" dirty="0"/>
          </a:p>
        </p:txBody>
      </p:sp>
      <p:sp>
        <p:nvSpPr>
          <p:cNvPr id="2139" name="TextBox 2138"/>
          <p:cNvSpPr txBox="1"/>
          <p:nvPr/>
        </p:nvSpPr>
        <p:spPr>
          <a:xfrm>
            <a:off x="1219200" y="1047750"/>
            <a:ext cx="7467600" cy="1815882"/>
          </a:xfrm>
          <a:prstGeom prst="rect">
            <a:avLst/>
          </a:prstGeom>
          <a:noFill/>
        </p:spPr>
        <p:txBody>
          <a:bodyPr wrap="square" rtlCol="0">
            <a:spAutoFit/>
          </a:bodyPr>
          <a:lstStyle/>
          <a:p>
            <a:pPr lvl="2"/>
            <a:r>
              <a:rPr lang="id-ID" b="1" dirty="0"/>
              <a:t>Use case</a:t>
            </a:r>
            <a:endParaRPr lang="en-US" b="1" dirty="0"/>
          </a:p>
          <a:p>
            <a:r>
              <a:rPr lang="id-ID" i="1" dirty="0"/>
              <a:t>Use case </a:t>
            </a:r>
            <a:r>
              <a:rPr lang="en-US" dirty="0"/>
              <a:t> </a:t>
            </a:r>
            <a:r>
              <a:rPr lang="en-US" dirty="0" err="1"/>
              <a:t>menjelaskan</a:t>
            </a:r>
            <a:r>
              <a:rPr lang="en-US" dirty="0"/>
              <a:t> </a:t>
            </a:r>
            <a:r>
              <a:rPr lang="en-US" dirty="0" err="1"/>
              <a:t>manfaat</a:t>
            </a:r>
            <a:r>
              <a:rPr lang="en-US" dirty="0"/>
              <a:t> </a:t>
            </a:r>
            <a:r>
              <a:rPr lang="en-US" dirty="0" err="1"/>
              <a:t>dari</a:t>
            </a:r>
            <a:r>
              <a:rPr lang="en-US" dirty="0"/>
              <a:t> </a:t>
            </a:r>
            <a:r>
              <a:rPr lang="en-US" dirty="0" err="1"/>
              <a:t>aplikasi</a:t>
            </a:r>
            <a:r>
              <a:rPr lang="en-US" dirty="0"/>
              <a:t> </a:t>
            </a:r>
            <a:r>
              <a:rPr lang="en-US" dirty="0" err="1"/>
              <a:t>jika</a:t>
            </a:r>
            <a:r>
              <a:rPr lang="en-US" dirty="0"/>
              <a:t> </a:t>
            </a:r>
            <a:r>
              <a:rPr lang="en-US" dirty="0" err="1"/>
              <a:t>dilihat</a:t>
            </a:r>
            <a:r>
              <a:rPr lang="en-US" dirty="0"/>
              <a:t> </a:t>
            </a:r>
            <a:r>
              <a:rPr lang="en-US" dirty="0" err="1"/>
              <a:t>dari</a:t>
            </a:r>
            <a:r>
              <a:rPr lang="en-US" dirty="0"/>
              <a:t> </a:t>
            </a:r>
            <a:r>
              <a:rPr lang="en-US" dirty="0" err="1"/>
              <a:t>sudut</a:t>
            </a:r>
            <a:r>
              <a:rPr lang="en-US" dirty="0"/>
              <a:t> </a:t>
            </a:r>
            <a:r>
              <a:rPr lang="en-US" dirty="0" err="1"/>
              <a:t>pandang</a:t>
            </a:r>
            <a:r>
              <a:rPr lang="en-US" dirty="0"/>
              <a:t> orang yang </a:t>
            </a:r>
            <a:r>
              <a:rPr lang="en-US" dirty="0" err="1"/>
              <a:t>berada</a:t>
            </a:r>
            <a:r>
              <a:rPr lang="en-US" dirty="0"/>
              <a:t> di </a:t>
            </a:r>
            <a:r>
              <a:rPr lang="en-US" dirty="0" err="1"/>
              <a:t>luar</a:t>
            </a:r>
            <a:r>
              <a:rPr lang="en-US" dirty="0"/>
              <a:t> </a:t>
            </a:r>
            <a:r>
              <a:rPr lang="en-US" dirty="0" err="1"/>
              <a:t>sistem</a:t>
            </a:r>
            <a:r>
              <a:rPr lang="en-US" dirty="0"/>
              <a:t> (</a:t>
            </a:r>
            <a:r>
              <a:rPr lang="en-US" dirty="0" err="1"/>
              <a:t>aktor</a:t>
            </a:r>
            <a:r>
              <a:rPr lang="en-US" dirty="0"/>
              <a:t>)</a:t>
            </a:r>
            <a:r>
              <a:rPr lang="id-ID" dirty="0"/>
              <a:t>.</a:t>
            </a:r>
            <a:r>
              <a:rPr lang="en-US" dirty="0"/>
              <a:t>Diagram </a:t>
            </a:r>
            <a:r>
              <a:rPr lang="en-US" dirty="0" err="1"/>
              <a:t>ini</a:t>
            </a:r>
            <a:r>
              <a:rPr lang="en-US" dirty="0"/>
              <a:t> </a:t>
            </a:r>
            <a:r>
              <a:rPr lang="en-US" dirty="0" err="1"/>
              <a:t>menunjukan</a:t>
            </a:r>
            <a:r>
              <a:rPr lang="en-US" dirty="0"/>
              <a:t> </a:t>
            </a:r>
            <a:r>
              <a:rPr lang="en-US" dirty="0" err="1"/>
              <a:t>fungsionalitas</a:t>
            </a:r>
            <a:r>
              <a:rPr lang="en-US" dirty="0"/>
              <a:t> </a:t>
            </a:r>
            <a:r>
              <a:rPr lang="en-US" dirty="0" err="1"/>
              <a:t>suatu</a:t>
            </a:r>
            <a:r>
              <a:rPr lang="en-US" dirty="0"/>
              <a:t> </a:t>
            </a:r>
            <a:r>
              <a:rPr lang="en-US" dirty="0" err="1"/>
              <a:t>sistem</a:t>
            </a:r>
            <a:r>
              <a:rPr lang="en-US" dirty="0"/>
              <a:t> </a:t>
            </a:r>
            <a:r>
              <a:rPr lang="en-US" dirty="0" err="1"/>
              <a:t>atau</a:t>
            </a:r>
            <a:r>
              <a:rPr lang="en-US" dirty="0"/>
              <a:t> </a:t>
            </a:r>
            <a:r>
              <a:rPr lang="en-US" dirty="0" err="1"/>
              <a:t>kelas</a:t>
            </a:r>
            <a:r>
              <a:rPr lang="en-US" dirty="0"/>
              <a:t> </a:t>
            </a:r>
            <a:r>
              <a:rPr lang="en-US" dirty="0" err="1"/>
              <a:t>dan</a:t>
            </a:r>
            <a:r>
              <a:rPr lang="en-US" dirty="0"/>
              <a:t> </a:t>
            </a:r>
            <a:r>
              <a:rPr lang="en-US" dirty="0" err="1"/>
              <a:t>bagaimana</a:t>
            </a:r>
            <a:r>
              <a:rPr lang="en-US" dirty="0"/>
              <a:t> </a:t>
            </a:r>
            <a:r>
              <a:rPr lang="en-US" dirty="0" err="1"/>
              <a:t>sistem</a:t>
            </a:r>
            <a:r>
              <a:rPr lang="en-US" dirty="0"/>
              <a:t> </a:t>
            </a:r>
            <a:r>
              <a:rPr lang="en-US" dirty="0" err="1"/>
              <a:t>beriteraksi</a:t>
            </a:r>
            <a:r>
              <a:rPr lang="en-US" dirty="0"/>
              <a:t> </a:t>
            </a:r>
            <a:r>
              <a:rPr lang="en-US" dirty="0" err="1"/>
              <a:t>dengan</a:t>
            </a:r>
            <a:r>
              <a:rPr lang="en-US" dirty="0"/>
              <a:t> </a:t>
            </a:r>
            <a:r>
              <a:rPr lang="en-US" dirty="0" err="1"/>
              <a:t>dunia</a:t>
            </a:r>
            <a:r>
              <a:rPr lang="en-US" dirty="0"/>
              <a:t> </a:t>
            </a:r>
            <a:r>
              <a:rPr lang="en-US" dirty="0" err="1"/>
              <a:t>luar.</a:t>
            </a:r>
            <a:r>
              <a:rPr lang="en-US" i="1" dirty="0" err="1"/>
              <a:t>Use</a:t>
            </a:r>
            <a:r>
              <a:rPr lang="en-US" i="1" dirty="0"/>
              <a:t>-case</a:t>
            </a:r>
            <a:r>
              <a:rPr lang="en-US" dirty="0"/>
              <a:t> diagram </a:t>
            </a:r>
            <a:r>
              <a:rPr lang="en-US" dirty="0" err="1"/>
              <a:t>dapat</a:t>
            </a:r>
            <a:r>
              <a:rPr lang="en-US" dirty="0"/>
              <a:t> di </a:t>
            </a:r>
            <a:r>
              <a:rPr lang="en-US" dirty="0" err="1"/>
              <a:t>gunakan</a:t>
            </a:r>
            <a:r>
              <a:rPr lang="en-US" dirty="0"/>
              <a:t> </a:t>
            </a:r>
            <a:r>
              <a:rPr lang="en-US" dirty="0" err="1"/>
              <a:t>selama</a:t>
            </a:r>
            <a:r>
              <a:rPr lang="en-US" dirty="0"/>
              <a:t> proses </a:t>
            </a:r>
            <a:r>
              <a:rPr lang="en-US" dirty="0" err="1"/>
              <a:t>analisa</a:t>
            </a:r>
            <a:r>
              <a:rPr lang="en-US" dirty="0"/>
              <a:t> </a:t>
            </a:r>
            <a:r>
              <a:rPr lang="en-US" dirty="0" err="1"/>
              <a:t>untuk</a:t>
            </a:r>
            <a:r>
              <a:rPr lang="en-US" dirty="0"/>
              <a:t> </a:t>
            </a:r>
            <a:r>
              <a:rPr lang="en-US" dirty="0" err="1"/>
              <a:t>menangkap</a:t>
            </a:r>
            <a:r>
              <a:rPr lang="en-US" dirty="0"/>
              <a:t> </a:t>
            </a:r>
            <a:r>
              <a:rPr lang="en-US" i="1" dirty="0"/>
              <a:t>requirements</a:t>
            </a:r>
            <a:r>
              <a:rPr lang="en-US" dirty="0"/>
              <a:t> </a:t>
            </a:r>
            <a:r>
              <a:rPr lang="en-US" dirty="0" err="1"/>
              <a:t>atau</a:t>
            </a:r>
            <a:r>
              <a:rPr lang="en-US" dirty="0"/>
              <a:t> </a:t>
            </a:r>
            <a:r>
              <a:rPr lang="en-US" dirty="0" err="1"/>
              <a:t>permintaan</a:t>
            </a:r>
            <a:r>
              <a:rPr lang="en-US" dirty="0"/>
              <a:t> </a:t>
            </a:r>
            <a:r>
              <a:rPr lang="en-US" dirty="0" err="1"/>
              <a:t>terhadap</a:t>
            </a:r>
            <a:r>
              <a:rPr lang="en-US" dirty="0"/>
              <a:t> </a:t>
            </a:r>
            <a:r>
              <a:rPr lang="en-US" dirty="0" err="1"/>
              <a:t>sistem</a:t>
            </a:r>
            <a:r>
              <a:rPr lang="en-US" dirty="0"/>
              <a:t> </a:t>
            </a:r>
            <a:r>
              <a:rPr lang="en-US" dirty="0" err="1"/>
              <a:t>dan</a:t>
            </a:r>
            <a:r>
              <a:rPr lang="en-US" dirty="0"/>
              <a:t> </a:t>
            </a:r>
            <a:r>
              <a:rPr lang="en-US" dirty="0" err="1"/>
              <a:t>untuk</a:t>
            </a:r>
            <a:r>
              <a:rPr lang="en-US" dirty="0"/>
              <a:t> </a:t>
            </a:r>
            <a:r>
              <a:rPr lang="en-US" dirty="0" err="1"/>
              <a:t>memahami</a:t>
            </a:r>
            <a:r>
              <a:rPr lang="en-US" dirty="0"/>
              <a:t> </a:t>
            </a:r>
            <a:r>
              <a:rPr lang="en-US" dirty="0" err="1"/>
              <a:t>bagaiamana</a:t>
            </a:r>
            <a:r>
              <a:rPr lang="en-US" dirty="0"/>
              <a:t> </a:t>
            </a:r>
            <a:r>
              <a:rPr lang="en-US" dirty="0" err="1"/>
              <a:t>sistem</a:t>
            </a:r>
            <a:r>
              <a:rPr lang="en-US" dirty="0"/>
              <a:t> </a:t>
            </a:r>
            <a:r>
              <a:rPr lang="en-US" dirty="0" err="1"/>
              <a:t>tersebut</a:t>
            </a:r>
            <a:r>
              <a:rPr lang="en-US" dirty="0"/>
              <a:t>  </a:t>
            </a:r>
            <a:r>
              <a:rPr lang="en-US" dirty="0" err="1"/>
              <a:t>harus</a:t>
            </a:r>
            <a:r>
              <a:rPr lang="en-US" dirty="0"/>
              <a:t> </a:t>
            </a:r>
            <a:r>
              <a:rPr lang="en-US" dirty="0" err="1"/>
              <a:t>bekerja</a:t>
            </a:r>
            <a:r>
              <a:rPr lang="en-US" dirty="0"/>
              <a:t>.</a:t>
            </a:r>
            <a:endParaRPr lang="en-US" sz="1200" dirty="0"/>
          </a:p>
          <a:p>
            <a:r>
              <a:rPr lang="en-US" dirty="0" err="1"/>
              <a:t>Berikut</a:t>
            </a:r>
            <a:r>
              <a:rPr lang="en-US" dirty="0"/>
              <a:t> </a:t>
            </a:r>
            <a:r>
              <a:rPr lang="en-US" dirty="0" err="1"/>
              <a:t>ini</a:t>
            </a:r>
            <a:r>
              <a:rPr lang="en-US" dirty="0"/>
              <a:t> </a:t>
            </a:r>
            <a:r>
              <a:rPr lang="en-US" dirty="0" err="1"/>
              <a:t>adalah</a:t>
            </a:r>
            <a:r>
              <a:rPr lang="en-US" dirty="0"/>
              <a:t> </a:t>
            </a:r>
            <a:r>
              <a:rPr lang="en-US" dirty="0" err="1"/>
              <a:t>gambar</a:t>
            </a:r>
            <a:r>
              <a:rPr lang="en-US" dirty="0"/>
              <a:t> 4.2 </a:t>
            </a:r>
            <a:r>
              <a:rPr lang="en-US" i="1" dirty="0"/>
              <a:t>use case</a:t>
            </a:r>
            <a:r>
              <a:rPr lang="en-US" dirty="0"/>
              <a:t> diagram </a:t>
            </a:r>
            <a:r>
              <a:rPr lang="en-US" dirty="0" err="1"/>
              <a:t>sistem</a:t>
            </a:r>
            <a:r>
              <a:rPr lang="en-US" dirty="0"/>
              <a:t> </a:t>
            </a:r>
            <a:r>
              <a:rPr lang="en-US" dirty="0" err="1"/>
              <a:t>informasi</a:t>
            </a:r>
            <a:r>
              <a:rPr lang="en-US" dirty="0"/>
              <a:t> </a:t>
            </a:r>
            <a:r>
              <a:rPr lang="en-US" i="1" dirty="0"/>
              <a:t>e-marketplace</a:t>
            </a:r>
            <a:r>
              <a:rPr lang="en-US" dirty="0"/>
              <a:t> UMKM Kota Padang. </a:t>
            </a:r>
            <a:endParaRPr lang="en-US" sz="1200" dirty="0"/>
          </a:p>
        </p:txBody>
      </p:sp>
    </p:spTree>
    <p:extLst>
      <p:ext uri="{BB962C8B-B14F-4D97-AF65-F5344CB8AC3E}">
        <p14:creationId xmlns:p14="http://schemas.microsoft.com/office/powerpoint/2010/main" val="29868849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438400" y="971550"/>
            <a:ext cx="5337810" cy="3143250"/>
          </a:xfrm>
          <a:prstGeom prst="rect">
            <a:avLst/>
          </a:prstGeom>
        </p:spPr>
      </p:pic>
      <p:sp>
        <p:nvSpPr>
          <p:cNvPr id="6" name="Rectangle 5"/>
          <p:cNvSpPr/>
          <p:nvPr/>
        </p:nvSpPr>
        <p:spPr>
          <a:xfrm>
            <a:off x="3581400" y="4248150"/>
            <a:ext cx="2834430" cy="307777"/>
          </a:xfrm>
          <a:prstGeom prst="rect">
            <a:avLst/>
          </a:prstGeom>
        </p:spPr>
        <p:txBody>
          <a:bodyPr wrap="none">
            <a:spAutoFit/>
          </a:bodyPr>
          <a:lstStyle/>
          <a:p>
            <a:r>
              <a:rPr lang="id-ID" b="1" dirty="0"/>
              <a:t>Gambar 4. 2 </a:t>
            </a:r>
            <a:r>
              <a:rPr lang="en-US" b="1" i="1" dirty="0"/>
              <a:t>Use Case </a:t>
            </a:r>
            <a:r>
              <a:rPr lang="en-US" b="1" dirty="0"/>
              <a:t>Diagram</a:t>
            </a:r>
          </a:p>
        </p:txBody>
      </p:sp>
    </p:spTree>
    <p:extLst>
      <p:ext uri="{BB962C8B-B14F-4D97-AF65-F5344CB8AC3E}">
        <p14:creationId xmlns:p14="http://schemas.microsoft.com/office/powerpoint/2010/main" val="33798388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3076" name="Picture 2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885950"/>
            <a:ext cx="4627563" cy="22941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191000" y="4378523"/>
            <a:ext cx="2505814" cy="307777"/>
          </a:xfrm>
          <a:prstGeom prst="rect">
            <a:avLst/>
          </a:prstGeom>
          <a:noFill/>
        </p:spPr>
        <p:txBody>
          <a:bodyPr wrap="none" rtlCol="0">
            <a:spAutoFit/>
          </a:bodyPr>
          <a:lstStyle/>
          <a:p>
            <a:r>
              <a:rPr lang="id-ID" b="1" dirty="0"/>
              <a:t>Gambar 4. 3 </a:t>
            </a:r>
            <a:r>
              <a:rPr lang="en-US" b="1" i="1" dirty="0"/>
              <a:t>Class </a:t>
            </a:r>
            <a:r>
              <a:rPr lang="en-US" b="1" i="1" dirty="0" smtClean="0"/>
              <a:t>Diagram</a:t>
            </a:r>
            <a:endParaRPr lang="en-US" b="1" dirty="0"/>
          </a:p>
        </p:txBody>
      </p:sp>
      <p:sp>
        <p:nvSpPr>
          <p:cNvPr id="11" name="TextBox 10"/>
          <p:cNvSpPr txBox="1"/>
          <p:nvPr/>
        </p:nvSpPr>
        <p:spPr>
          <a:xfrm>
            <a:off x="1371601" y="438150"/>
            <a:ext cx="6781799" cy="1384995"/>
          </a:xfrm>
          <a:prstGeom prst="rect">
            <a:avLst/>
          </a:prstGeom>
          <a:noFill/>
        </p:spPr>
        <p:txBody>
          <a:bodyPr wrap="square" rtlCol="0">
            <a:spAutoFit/>
          </a:bodyPr>
          <a:lstStyle/>
          <a:p>
            <a:pPr lvl="2" algn="just"/>
            <a:r>
              <a:rPr lang="en-US" b="1" dirty="0" smtClean="0"/>
              <a:t>4.3 Class </a:t>
            </a:r>
            <a:r>
              <a:rPr lang="en-US" b="1" dirty="0"/>
              <a:t>Diagram </a:t>
            </a:r>
          </a:p>
          <a:p>
            <a:pPr algn="just"/>
            <a:r>
              <a:rPr lang="en-US" dirty="0"/>
              <a:t>Class diagram </a:t>
            </a:r>
            <a:r>
              <a:rPr lang="en-US" dirty="0" err="1"/>
              <a:t>adalah</a:t>
            </a:r>
            <a:r>
              <a:rPr lang="en-US" dirty="0"/>
              <a:t> </a:t>
            </a:r>
            <a:r>
              <a:rPr lang="en-US" dirty="0" err="1"/>
              <a:t>sebuah</a:t>
            </a:r>
            <a:r>
              <a:rPr lang="en-US" dirty="0"/>
              <a:t> </a:t>
            </a:r>
            <a:r>
              <a:rPr lang="en-US" dirty="0" err="1"/>
              <a:t>spesifikasi</a:t>
            </a:r>
            <a:r>
              <a:rPr lang="en-US" dirty="0"/>
              <a:t> yang </a:t>
            </a:r>
            <a:r>
              <a:rPr lang="en-US" dirty="0" err="1"/>
              <a:t>jika</a:t>
            </a:r>
            <a:r>
              <a:rPr lang="en-US" dirty="0"/>
              <a:t> </a:t>
            </a:r>
            <a:r>
              <a:rPr lang="en-US" dirty="0" err="1"/>
              <a:t>diinstansiasi</a:t>
            </a:r>
            <a:r>
              <a:rPr lang="en-US" dirty="0"/>
              <a:t> </a:t>
            </a:r>
            <a:r>
              <a:rPr lang="en-US" dirty="0" err="1"/>
              <a:t>akan</a:t>
            </a:r>
            <a:r>
              <a:rPr lang="en-US" dirty="0"/>
              <a:t> </a:t>
            </a:r>
            <a:r>
              <a:rPr lang="en-US" dirty="0" err="1"/>
              <a:t>menghasilkan</a:t>
            </a:r>
            <a:r>
              <a:rPr lang="en-US" dirty="0"/>
              <a:t> </a:t>
            </a:r>
            <a:r>
              <a:rPr lang="en-US" dirty="0" err="1"/>
              <a:t>sebuah</a:t>
            </a:r>
            <a:r>
              <a:rPr lang="en-US" dirty="0"/>
              <a:t> </a:t>
            </a:r>
            <a:r>
              <a:rPr lang="en-US" dirty="0" err="1"/>
              <a:t>objek</a:t>
            </a:r>
            <a:r>
              <a:rPr lang="en-US" dirty="0"/>
              <a:t> </a:t>
            </a:r>
            <a:r>
              <a:rPr lang="en-US" dirty="0" err="1"/>
              <a:t>dan</a:t>
            </a:r>
            <a:r>
              <a:rPr lang="en-US" dirty="0"/>
              <a:t> </a:t>
            </a:r>
            <a:r>
              <a:rPr lang="en-US" dirty="0" err="1"/>
              <a:t>merupakan</a:t>
            </a:r>
            <a:r>
              <a:rPr lang="en-US" dirty="0"/>
              <a:t> </a:t>
            </a:r>
            <a:r>
              <a:rPr lang="en-US" dirty="0" err="1"/>
              <a:t>inti</a:t>
            </a:r>
            <a:r>
              <a:rPr lang="en-US" dirty="0"/>
              <a:t> </a:t>
            </a:r>
            <a:r>
              <a:rPr lang="en-US" dirty="0" err="1"/>
              <a:t>dari</a:t>
            </a:r>
            <a:r>
              <a:rPr lang="en-US" dirty="0"/>
              <a:t> </a:t>
            </a:r>
            <a:r>
              <a:rPr lang="en-US" dirty="0" err="1"/>
              <a:t>pengembangan</a:t>
            </a:r>
            <a:r>
              <a:rPr lang="en-US" dirty="0"/>
              <a:t> </a:t>
            </a:r>
            <a:r>
              <a:rPr lang="en-US" dirty="0" err="1"/>
              <a:t>dan</a:t>
            </a:r>
            <a:r>
              <a:rPr lang="en-US" dirty="0"/>
              <a:t> </a:t>
            </a:r>
            <a:r>
              <a:rPr lang="en-US" dirty="0" err="1"/>
              <a:t>desain</a:t>
            </a:r>
            <a:r>
              <a:rPr lang="en-US" dirty="0"/>
              <a:t> </a:t>
            </a:r>
            <a:r>
              <a:rPr lang="en-US" dirty="0" err="1"/>
              <a:t>berorientasi</a:t>
            </a:r>
            <a:r>
              <a:rPr lang="en-US" dirty="0"/>
              <a:t> </a:t>
            </a:r>
            <a:r>
              <a:rPr lang="en-US" dirty="0" err="1"/>
              <a:t>objek.Class</a:t>
            </a:r>
            <a:r>
              <a:rPr lang="en-US" dirty="0"/>
              <a:t> diagram yang </a:t>
            </a:r>
            <a:r>
              <a:rPr lang="en-US" dirty="0" err="1"/>
              <a:t>ada</a:t>
            </a:r>
            <a:r>
              <a:rPr lang="en-US" dirty="0"/>
              <a:t> </a:t>
            </a:r>
            <a:r>
              <a:rPr lang="en-US" dirty="0" err="1"/>
              <a:t>pada</a:t>
            </a:r>
            <a:r>
              <a:rPr lang="en-US" dirty="0"/>
              <a:t> </a:t>
            </a:r>
            <a:r>
              <a:rPr lang="en-US" dirty="0" err="1"/>
              <a:t>sistem</a:t>
            </a:r>
            <a:r>
              <a:rPr lang="en-US" dirty="0"/>
              <a:t> </a:t>
            </a:r>
            <a:r>
              <a:rPr lang="en-US" dirty="0" err="1"/>
              <a:t>informasi</a:t>
            </a:r>
            <a:r>
              <a:rPr lang="en-US" dirty="0"/>
              <a:t> </a:t>
            </a:r>
            <a:r>
              <a:rPr lang="en-US" i="1" dirty="0"/>
              <a:t>e-marketplace </a:t>
            </a:r>
            <a:r>
              <a:rPr lang="en-US" dirty="0"/>
              <a:t>UMKM Kota Padang </a:t>
            </a:r>
            <a:r>
              <a:rPr lang="en-US" dirty="0" err="1"/>
              <a:t>Dapat</a:t>
            </a:r>
            <a:r>
              <a:rPr lang="en-US" dirty="0"/>
              <a:t> </a:t>
            </a:r>
            <a:r>
              <a:rPr lang="en-US" dirty="0" err="1"/>
              <a:t>Diliaht</a:t>
            </a:r>
            <a:r>
              <a:rPr lang="en-US" dirty="0"/>
              <a:t> </a:t>
            </a:r>
            <a:r>
              <a:rPr lang="en-US" dirty="0" err="1"/>
              <a:t>pada</a:t>
            </a:r>
            <a:r>
              <a:rPr lang="en-US" dirty="0"/>
              <a:t> </a:t>
            </a:r>
            <a:r>
              <a:rPr lang="en-US" dirty="0" err="1"/>
              <a:t>Gambar</a:t>
            </a:r>
            <a:r>
              <a:rPr lang="en-US" dirty="0"/>
              <a:t> 4.3 di </a:t>
            </a:r>
            <a:r>
              <a:rPr lang="en-US" dirty="0" err="1"/>
              <a:t>bawah</a:t>
            </a:r>
            <a:r>
              <a:rPr lang="en-US" dirty="0"/>
              <a:t> </a:t>
            </a:r>
            <a:r>
              <a:rPr lang="en-US" dirty="0" err="1"/>
              <a:t>ini</a:t>
            </a:r>
            <a:r>
              <a:rPr lang="en-US" dirty="0"/>
              <a:t> :</a:t>
            </a:r>
            <a:endParaRPr lang="en-US" sz="1200" dirty="0"/>
          </a:p>
          <a:p>
            <a:pPr algn="just"/>
            <a:endParaRPr lang="en-US" dirty="0"/>
          </a:p>
        </p:txBody>
      </p:sp>
    </p:spTree>
    <p:extLst>
      <p:ext uri="{BB962C8B-B14F-4D97-AF65-F5344CB8AC3E}">
        <p14:creationId xmlns:p14="http://schemas.microsoft.com/office/powerpoint/2010/main" val="3152973510"/>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
        <p:nvSpPr>
          <p:cNvPr id="5" name="TextBox 4"/>
          <p:cNvSpPr txBox="1"/>
          <p:nvPr/>
        </p:nvSpPr>
        <p:spPr>
          <a:xfrm>
            <a:off x="685800" y="209550"/>
            <a:ext cx="3505199" cy="2600712"/>
          </a:xfrm>
          <a:prstGeom prst="rect">
            <a:avLst/>
          </a:prstGeom>
          <a:noFill/>
        </p:spPr>
        <p:txBody>
          <a:bodyPr wrap="square" rtlCol="0">
            <a:spAutoFit/>
          </a:bodyPr>
          <a:lstStyle/>
          <a:p>
            <a:pPr lvl="2" algn="just"/>
            <a:r>
              <a:rPr lang="en-US" b="1" dirty="0" smtClean="0"/>
              <a:t>4.5 Activity </a:t>
            </a:r>
            <a:r>
              <a:rPr lang="en-US" b="1" dirty="0"/>
              <a:t>Diagram </a:t>
            </a:r>
            <a:endParaRPr lang="en-US" b="1" dirty="0" smtClean="0"/>
          </a:p>
          <a:p>
            <a:pPr lvl="2" algn="just"/>
            <a:endParaRPr lang="en-US" b="1" dirty="0"/>
          </a:p>
          <a:p>
            <a:pPr algn="just"/>
            <a:r>
              <a:rPr lang="en-US" sz="1100" i="1" dirty="0"/>
              <a:t>Activity Diagram </a:t>
            </a:r>
            <a:r>
              <a:rPr lang="en-US" sz="1100" dirty="0" err="1"/>
              <a:t>menggambarkan</a:t>
            </a:r>
            <a:r>
              <a:rPr lang="en-US" sz="1100" dirty="0"/>
              <a:t> </a:t>
            </a:r>
            <a:r>
              <a:rPr lang="en-US" sz="1100" dirty="0" err="1"/>
              <a:t>aktivitas</a:t>
            </a:r>
            <a:r>
              <a:rPr lang="en-US" sz="1100" dirty="0"/>
              <a:t> </a:t>
            </a:r>
            <a:r>
              <a:rPr lang="en-US" sz="1100" dirty="0" err="1"/>
              <a:t>sistem</a:t>
            </a:r>
            <a:r>
              <a:rPr lang="en-US" sz="1100" dirty="0"/>
              <a:t> </a:t>
            </a:r>
            <a:r>
              <a:rPr lang="en-US" sz="1100" dirty="0" err="1"/>
              <a:t>bukan</a:t>
            </a:r>
            <a:r>
              <a:rPr lang="en-US" sz="1100" dirty="0"/>
              <a:t> </a:t>
            </a:r>
            <a:r>
              <a:rPr lang="en-US" sz="1100" dirty="0" err="1"/>
              <a:t>apa</a:t>
            </a:r>
            <a:r>
              <a:rPr lang="en-US" sz="1100" dirty="0"/>
              <a:t> yang </a:t>
            </a:r>
            <a:r>
              <a:rPr lang="en-US" sz="1100" dirty="0" err="1"/>
              <a:t>dilakuakn</a:t>
            </a:r>
            <a:r>
              <a:rPr lang="en-US" sz="1100" dirty="0"/>
              <a:t> </a:t>
            </a:r>
            <a:r>
              <a:rPr lang="en-US" sz="1100" dirty="0" err="1"/>
              <a:t>oleh</a:t>
            </a:r>
            <a:r>
              <a:rPr lang="en-US" sz="1100" dirty="0"/>
              <a:t> </a:t>
            </a:r>
            <a:r>
              <a:rPr lang="en-US" sz="1100" dirty="0" err="1"/>
              <a:t>actor,jadi</a:t>
            </a:r>
            <a:r>
              <a:rPr lang="en-US" sz="1100" dirty="0"/>
              <a:t> </a:t>
            </a:r>
            <a:r>
              <a:rPr lang="en-US" sz="1100" dirty="0" err="1"/>
              <a:t>aktivitas</a:t>
            </a:r>
            <a:r>
              <a:rPr lang="en-US" sz="1100" dirty="0"/>
              <a:t> yang </a:t>
            </a:r>
            <a:r>
              <a:rPr lang="en-US" sz="1100" dirty="0" err="1"/>
              <a:t>dapat</a:t>
            </a:r>
            <a:r>
              <a:rPr lang="en-US" sz="1100" dirty="0"/>
              <a:t> </a:t>
            </a:r>
            <a:r>
              <a:rPr lang="en-US" sz="1100" dirty="0" err="1"/>
              <a:t>dilakukan</a:t>
            </a:r>
            <a:r>
              <a:rPr lang="en-US" sz="1100" dirty="0"/>
              <a:t> </a:t>
            </a:r>
            <a:r>
              <a:rPr lang="en-US" sz="1100" dirty="0" err="1"/>
              <a:t>oleh</a:t>
            </a:r>
            <a:r>
              <a:rPr lang="en-US" sz="1100" dirty="0"/>
              <a:t> </a:t>
            </a:r>
            <a:r>
              <a:rPr lang="en-US" sz="1100" dirty="0" err="1"/>
              <a:t>sistem</a:t>
            </a:r>
            <a:r>
              <a:rPr lang="en-US" sz="1100" dirty="0"/>
              <a:t>. </a:t>
            </a:r>
            <a:r>
              <a:rPr lang="en-US" sz="1100" dirty="0" err="1"/>
              <a:t>Sebuah</a:t>
            </a:r>
            <a:r>
              <a:rPr lang="en-US" sz="1100" dirty="0"/>
              <a:t> </a:t>
            </a:r>
            <a:r>
              <a:rPr lang="en-US" sz="1100" dirty="0" err="1"/>
              <a:t>aktivitas</a:t>
            </a:r>
            <a:r>
              <a:rPr lang="en-US" sz="1100" dirty="0"/>
              <a:t> </a:t>
            </a:r>
            <a:r>
              <a:rPr lang="en-US" sz="1100" dirty="0" err="1"/>
              <a:t>dapat</a:t>
            </a:r>
            <a:r>
              <a:rPr lang="en-US" sz="1100" dirty="0"/>
              <a:t> di </a:t>
            </a:r>
            <a:r>
              <a:rPr lang="en-US" sz="1100" dirty="0" err="1"/>
              <a:t>relasikan</a:t>
            </a:r>
            <a:r>
              <a:rPr lang="en-US" sz="1100" dirty="0"/>
              <a:t> </a:t>
            </a:r>
            <a:r>
              <a:rPr lang="en-US" sz="1100" dirty="0" err="1"/>
              <a:t>oleh</a:t>
            </a:r>
            <a:r>
              <a:rPr lang="en-US" sz="1100" dirty="0"/>
              <a:t> </a:t>
            </a:r>
            <a:r>
              <a:rPr lang="en-US" sz="1100" dirty="0" err="1"/>
              <a:t>suatu</a:t>
            </a:r>
            <a:r>
              <a:rPr lang="en-US" sz="1100" dirty="0"/>
              <a:t> </a:t>
            </a:r>
            <a:r>
              <a:rPr lang="en-US" sz="1100" i="1" dirty="0"/>
              <a:t>use case</a:t>
            </a:r>
            <a:r>
              <a:rPr lang="en-US" sz="1100" dirty="0"/>
              <a:t> </a:t>
            </a:r>
            <a:r>
              <a:rPr lang="en-US" sz="1100" dirty="0" err="1"/>
              <a:t>atau</a:t>
            </a:r>
            <a:r>
              <a:rPr lang="en-US" sz="1100" dirty="0"/>
              <a:t> </a:t>
            </a:r>
            <a:r>
              <a:rPr lang="en-US" sz="1100" dirty="0" err="1"/>
              <a:t>lebih</a:t>
            </a:r>
            <a:r>
              <a:rPr lang="en-US" sz="1100" dirty="0"/>
              <a:t> .</a:t>
            </a:r>
            <a:r>
              <a:rPr lang="en-US" sz="1100" dirty="0" err="1"/>
              <a:t>Aktivitas</a:t>
            </a:r>
            <a:r>
              <a:rPr lang="en-US" sz="1100" dirty="0"/>
              <a:t> </a:t>
            </a:r>
            <a:r>
              <a:rPr lang="en-US" sz="1100" dirty="0" err="1"/>
              <a:t>menggambarkan</a:t>
            </a:r>
            <a:r>
              <a:rPr lang="en-US" sz="1100" dirty="0"/>
              <a:t> proses yang </a:t>
            </a:r>
            <a:r>
              <a:rPr lang="en-US" sz="1100" dirty="0" err="1"/>
              <a:t>berjalan</a:t>
            </a:r>
            <a:r>
              <a:rPr lang="en-US" sz="1100" dirty="0"/>
              <a:t>, </a:t>
            </a:r>
            <a:r>
              <a:rPr lang="en-US" sz="1100" dirty="0" err="1"/>
              <a:t>sementara</a:t>
            </a:r>
            <a:r>
              <a:rPr lang="en-US" sz="1100" dirty="0"/>
              <a:t> </a:t>
            </a:r>
            <a:r>
              <a:rPr lang="en-US" sz="1100" i="1" dirty="0"/>
              <a:t>use case</a:t>
            </a:r>
            <a:r>
              <a:rPr lang="en-US" sz="1100" dirty="0"/>
              <a:t> </a:t>
            </a:r>
            <a:r>
              <a:rPr lang="en-US" sz="1100" dirty="0" err="1"/>
              <a:t>menggambarkan</a:t>
            </a:r>
            <a:r>
              <a:rPr lang="en-US" sz="1100" dirty="0"/>
              <a:t> </a:t>
            </a:r>
            <a:r>
              <a:rPr lang="en-US" sz="1100" dirty="0" err="1"/>
              <a:t>bagaiamana</a:t>
            </a:r>
            <a:r>
              <a:rPr lang="en-US" sz="1100" dirty="0"/>
              <a:t> </a:t>
            </a:r>
            <a:r>
              <a:rPr lang="en-US" sz="1100" dirty="0" err="1"/>
              <a:t>aktor</a:t>
            </a:r>
            <a:r>
              <a:rPr lang="en-US" sz="1100" dirty="0"/>
              <a:t> </a:t>
            </a:r>
            <a:r>
              <a:rPr lang="en-US" sz="1100" dirty="0" err="1"/>
              <a:t>menngunakan</a:t>
            </a:r>
            <a:r>
              <a:rPr lang="en-US" sz="1100" dirty="0"/>
              <a:t> </a:t>
            </a:r>
            <a:r>
              <a:rPr lang="en-US" sz="1100" dirty="0" err="1"/>
              <a:t>sistem</a:t>
            </a:r>
            <a:r>
              <a:rPr lang="en-US" sz="1100" dirty="0"/>
              <a:t> </a:t>
            </a:r>
            <a:r>
              <a:rPr lang="en-US" sz="1100" dirty="0" err="1"/>
              <a:t>untuk</a:t>
            </a:r>
            <a:r>
              <a:rPr lang="en-US" sz="1100" dirty="0"/>
              <a:t> </a:t>
            </a:r>
            <a:r>
              <a:rPr lang="en-US" sz="1100" dirty="0" err="1"/>
              <a:t>melakukan</a:t>
            </a:r>
            <a:r>
              <a:rPr lang="en-US" sz="1100" dirty="0"/>
              <a:t> </a:t>
            </a:r>
            <a:r>
              <a:rPr lang="en-US" sz="1100" dirty="0" err="1"/>
              <a:t>aktivitas</a:t>
            </a:r>
            <a:r>
              <a:rPr lang="en-US" sz="1100" dirty="0"/>
              <a:t>.  </a:t>
            </a:r>
          </a:p>
          <a:p>
            <a:pPr algn="just"/>
            <a:r>
              <a:rPr lang="en-US" sz="1100" dirty="0" err="1"/>
              <a:t>Gambaran</a:t>
            </a:r>
            <a:r>
              <a:rPr lang="en-US" sz="1100" dirty="0"/>
              <a:t> </a:t>
            </a:r>
            <a:r>
              <a:rPr lang="en-US" sz="1100" dirty="0" err="1"/>
              <a:t>secara</a:t>
            </a:r>
            <a:r>
              <a:rPr lang="en-US" sz="1100" dirty="0"/>
              <a:t> </a:t>
            </a:r>
            <a:r>
              <a:rPr lang="en-US" sz="1100" i="1" dirty="0"/>
              <a:t>global</a:t>
            </a:r>
            <a:r>
              <a:rPr lang="en-US" sz="1100" dirty="0"/>
              <a:t> </a:t>
            </a:r>
            <a:r>
              <a:rPr lang="en-US" sz="1100" i="1" dirty="0"/>
              <a:t>activity Diagram </a:t>
            </a:r>
            <a:r>
              <a:rPr lang="en-US" sz="1100" dirty="0" err="1"/>
              <a:t>sistem</a:t>
            </a:r>
            <a:r>
              <a:rPr lang="en-US" sz="1100" dirty="0"/>
              <a:t> </a:t>
            </a:r>
            <a:r>
              <a:rPr lang="en-US" sz="1100" dirty="0" err="1"/>
              <a:t>informasi</a:t>
            </a:r>
            <a:r>
              <a:rPr lang="en-US" sz="1100" dirty="0"/>
              <a:t> e-marketplace UMKM Kota Padang </a:t>
            </a:r>
            <a:r>
              <a:rPr lang="en-US" sz="1100" dirty="0" err="1"/>
              <a:t>dapat</a:t>
            </a:r>
            <a:r>
              <a:rPr lang="en-US" sz="1100" dirty="0"/>
              <a:t> di </a:t>
            </a:r>
            <a:r>
              <a:rPr lang="en-US" sz="1100" dirty="0" err="1"/>
              <a:t>lihat</a:t>
            </a:r>
            <a:r>
              <a:rPr lang="en-US" sz="1100" dirty="0"/>
              <a:t> </a:t>
            </a:r>
            <a:r>
              <a:rPr lang="en-US" sz="1100" dirty="0" err="1"/>
              <a:t>pada</a:t>
            </a:r>
            <a:r>
              <a:rPr lang="en-US" sz="1100" dirty="0"/>
              <a:t> </a:t>
            </a:r>
            <a:r>
              <a:rPr lang="en-US" sz="1100" dirty="0" err="1"/>
              <a:t>gambar</a:t>
            </a:r>
            <a:r>
              <a:rPr lang="en-US" sz="1100" dirty="0"/>
              <a:t> 4.4 </a:t>
            </a:r>
            <a:r>
              <a:rPr lang="en-US" sz="1100" dirty="0" err="1"/>
              <a:t>dibawah</a:t>
            </a:r>
            <a:r>
              <a:rPr lang="en-US" sz="1100" dirty="0"/>
              <a:t> </a:t>
            </a:r>
            <a:r>
              <a:rPr lang="en-US" sz="1100" dirty="0" err="1"/>
              <a:t>ini</a:t>
            </a:r>
            <a:r>
              <a:rPr lang="en-US" sz="1100" dirty="0"/>
              <a:t> :</a:t>
            </a:r>
          </a:p>
          <a:p>
            <a:pPr algn="just"/>
            <a:endParaRPr lang="en-US" dirty="0"/>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4343400" y="209550"/>
            <a:ext cx="4419600" cy="3547110"/>
          </a:xfrm>
          <a:prstGeom prst="rect">
            <a:avLst/>
          </a:prstGeom>
        </p:spPr>
      </p:pic>
      <p:sp>
        <p:nvSpPr>
          <p:cNvPr id="7" name="Rectangle 6"/>
          <p:cNvSpPr/>
          <p:nvPr/>
        </p:nvSpPr>
        <p:spPr>
          <a:xfrm>
            <a:off x="4648200" y="4019550"/>
            <a:ext cx="2674130" cy="307777"/>
          </a:xfrm>
          <a:prstGeom prst="rect">
            <a:avLst/>
          </a:prstGeom>
        </p:spPr>
        <p:txBody>
          <a:bodyPr wrap="none">
            <a:spAutoFit/>
          </a:bodyPr>
          <a:lstStyle/>
          <a:p>
            <a:r>
              <a:rPr lang="id-ID" b="1" dirty="0"/>
              <a:t>Gambar 4. 4 </a:t>
            </a:r>
            <a:r>
              <a:rPr lang="en-US" b="1" i="1" dirty="0"/>
              <a:t>Activity </a:t>
            </a:r>
            <a:r>
              <a:rPr lang="en-US" b="1" dirty="0"/>
              <a:t>Diagram</a:t>
            </a:r>
          </a:p>
        </p:txBody>
      </p:sp>
    </p:spTree>
    <p:extLst>
      <p:ext uri="{BB962C8B-B14F-4D97-AF65-F5344CB8AC3E}">
        <p14:creationId xmlns:p14="http://schemas.microsoft.com/office/powerpoint/2010/main" val="1541999032"/>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
        <p:nvSpPr>
          <p:cNvPr id="5" name="Rectangle 4"/>
          <p:cNvSpPr/>
          <p:nvPr/>
        </p:nvSpPr>
        <p:spPr>
          <a:xfrm>
            <a:off x="685800" y="209550"/>
            <a:ext cx="3657600" cy="3908762"/>
          </a:xfrm>
          <a:prstGeom prst="rect">
            <a:avLst/>
          </a:prstGeom>
        </p:spPr>
        <p:txBody>
          <a:bodyPr wrap="square">
            <a:spAutoFit/>
          </a:bodyPr>
          <a:lstStyle/>
          <a:p>
            <a:pPr lvl="2" algn="just"/>
            <a:r>
              <a:rPr lang="en-US" b="1" dirty="0" smtClean="0"/>
              <a:t>4.6 Sequence </a:t>
            </a:r>
            <a:r>
              <a:rPr lang="en-US" b="1" dirty="0"/>
              <a:t>diagram</a:t>
            </a:r>
          </a:p>
          <a:p>
            <a:pPr algn="just"/>
            <a:r>
              <a:rPr lang="en-US" i="1" dirty="0"/>
              <a:t>	 Sequence diagram</a:t>
            </a:r>
            <a:r>
              <a:rPr lang="en-US" dirty="0"/>
              <a:t> </a:t>
            </a:r>
            <a:r>
              <a:rPr lang="en-US" dirty="0" err="1"/>
              <a:t>digunakan</a:t>
            </a:r>
            <a:r>
              <a:rPr lang="en-US" dirty="0"/>
              <a:t> </a:t>
            </a:r>
            <a:r>
              <a:rPr lang="en-US" dirty="0" err="1"/>
              <a:t>untuk</a:t>
            </a:r>
            <a:r>
              <a:rPr lang="en-US" dirty="0"/>
              <a:t> </a:t>
            </a:r>
            <a:r>
              <a:rPr lang="en-US" dirty="0" err="1"/>
              <a:t>menggambarkan</a:t>
            </a:r>
            <a:r>
              <a:rPr lang="en-US" dirty="0"/>
              <a:t> </a:t>
            </a:r>
            <a:r>
              <a:rPr lang="en-US" dirty="0" err="1"/>
              <a:t>skenario</a:t>
            </a:r>
            <a:r>
              <a:rPr lang="en-US" dirty="0"/>
              <a:t> </a:t>
            </a:r>
            <a:r>
              <a:rPr lang="en-US" dirty="0" err="1"/>
              <a:t>atau</a:t>
            </a:r>
            <a:r>
              <a:rPr lang="en-US" dirty="0"/>
              <a:t> </a:t>
            </a:r>
            <a:r>
              <a:rPr lang="en-US" dirty="0" err="1"/>
              <a:t>rangkaian</a:t>
            </a:r>
            <a:r>
              <a:rPr lang="en-US" dirty="0"/>
              <a:t> </a:t>
            </a:r>
            <a:r>
              <a:rPr lang="en-US" dirty="0" err="1"/>
              <a:t>langkah-langkah</a:t>
            </a:r>
            <a:r>
              <a:rPr lang="en-US" dirty="0"/>
              <a:t> yang </a:t>
            </a:r>
            <a:r>
              <a:rPr lang="en-US" dirty="0" err="1"/>
              <a:t>dilakukan</a:t>
            </a:r>
            <a:r>
              <a:rPr lang="en-US" dirty="0"/>
              <a:t> </a:t>
            </a:r>
            <a:r>
              <a:rPr lang="en-US" dirty="0" err="1"/>
              <a:t>sebagai</a:t>
            </a:r>
            <a:r>
              <a:rPr lang="en-US" dirty="0"/>
              <a:t> </a:t>
            </a:r>
            <a:r>
              <a:rPr lang="en-US" dirty="0" err="1"/>
              <a:t>respon</a:t>
            </a:r>
            <a:r>
              <a:rPr lang="en-US" dirty="0"/>
              <a:t> </a:t>
            </a:r>
            <a:r>
              <a:rPr lang="en-US" dirty="0" err="1"/>
              <a:t>dari</a:t>
            </a:r>
            <a:r>
              <a:rPr lang="en-US" dirty="0"/>
              <a:t> </a:t>
            </a:r>
            <a:r>
              <a:rPr lang="en-US" dirty="0" err="1"/>
              <a:t>sebuah</a:t>
            </a:r>
            <a:r>
              <a:rPr lang="en-US" dirty="0"/>
              <a:t> </a:t>
            </a:r>
            <a:r>
              <a:rPr lang="en-US" i="1" dirty="0"/>
              <a:t>event</a:t>
            </a:r>
            <a:r>
              <a:rPr lang="en-US" dirty="0"/>
              <a:t> </a:t>
            </a:r>
            <a:r>
              <a:rPr lang="en-US" dirty="0" err="1"/>
              <a:t>untuk</a:t>
            </a:r>
            <a:r>
              <a:rPr lang="en-US" dirty="0"/>
              <a:t> </a:t>
            </a:r>
            <a:r>
              <a:rPr lang="en-US" dirty="0" err="1"/>
              <a:t>mengahasilkan</a:t>
            </a:r>
            <a:r>
              <a:rPr lang="en-US" dirty="0"/>
              <a:t> </a:t>
            </a:r>
            <a:r>
              <a:rPr lang="en-US" i="1" dirty="0"/>
              <a:t>output</a:t>
            </a:r>
            <a:r>
              <a:rPr lang="en-US" dirty="0"/>
              <a:t> </a:t>
            </a:r>
            <a:r>
              <a:rPr lang="en-US" dirty="0" err="1"/>
              <a:t>tertentu.Diawali</a:t>
            </a:r>
            <a:r>
              <a:rPr lang="en-US" dirty="0"/>
              <a:t> Dari </a:t>
            </a:r>
            <a:r>
              <a:rPr lang="en-US" dirty="0" err="1" smtClean="0"/>
              <a:t>apa</a:t>
            </a:r>
            <a:r>
              <a:rPr lang="en-US" dirty="0" smtClean="0"/>
              <a:t> yang </a:t>
            </a:r>
            <a:r>
              <a:rPr lang="en-US" dirty="0" err="1" smtClean="0"/>
              <a:t>mentrigger</a:t>
            </a:r>
            <a:r>
              <a:rPr lang="en-US" dirty="0" smtClean="0"/>
              <a:t> </a:t>
            </a:r>
            <a:r>
              <a:rPr lang="en-US" dirty="0" err="1"/>
              <a:t>aktivitas</a:t>
            </a:r>
            <a:r>
              <a:rPr lang="en-US" dirty="0"/>
              <a:t> </a:t>
            </a:r>
            <a:r>
              <a:rPr lang="en-US" dirty="0" err="1"/>
              <a:t>tersebut,proses</a:t>
            </a:r>
            <a:r>
              <a:rPr lang="en-US" dirty="0"/>
              <a:t> </a:t>
            </a:r>
            <a:r>
              <a:rPr lang="en-US" dirty="0" err="1"/>
              <a:t>dan</a:t>
            </a:r>
            <a:r>
              <a:rPr lang="en-US" dirty="0"/>
              <a:t> </a:t>
            </a:r>
            <a:r>
              <a:rPr lang="en-US" dirty="0" err="1"/>
              <a:t>perubahan</a:t>
            </a:r>
            <a:r>
              <a:rPr lang="en-US" dirty="0"/>
              <a:t> </a:t>
            </a:r>
            <a:r>
              <a:rPr lang="en-US" dirty="0" err="1"/>
              <a:t>apa</a:t>
            </a:r>
            <a:r>
              <a:rPr lang="en-US" dirty="0"/>
              <a:t> </a:t>
            </a:r>
            <a:r>
              <a:rPr lang="en-US" dirty="0" err="1"/>
              <a:t>saja</a:t>
            </a:r>
            <a:r>
              <a:rPr lang="en-US" dirty="0"/>
              <a:t> yang </a:t>
            </a:r>
            <a:r>
              <a:rPr lang="en-US" dirty="0" err="1"/>
              <a:t>yang</a:t>
            </a:r>
            <a:r>
              <a:rPr lang="en-US" dirty="0"/>
              <a:t> </a:t>
            </a:r>
            <a:r>
              <a:rPr lang="en-US" dirty="0" err="1"/>
              <a:t>terjadi</a:t>
            </a:r>
            <a:r>
              <a:rPr lang="en-US" dirty="0"/>
              <a:t> </a:t>
            </a:r>
            <a:r>
              <a:rPr lang="en-US" dirty="0" err="1"/>
              <a:t>secara</a:t>
            </a:r>
            <a:r>
              <a:rPr lang="en-US" dirty="0"/>
              <a:t> </a:t>
            </a:r>
            <a:r>
              <a:rPr lang="en-US" i="1" dirty="0"/>
              <a:t>internal</a:t>
            </a:r>
            <a:r>
              <a:rPr lang="en-US" dirty="0"/>
              <a:t> </a:t>
            </a:r>
            <a:r>
              <a:rPr lang="en-US" dirty="0" err="1"/>
              <a:t>dan</a:t>
            </a:r>
            <a:r>
              <a:rPr lang="en-US" dirty="0"/>
              <a:t> output </a:t>
            </a:r>
            <a:r>
              <a:rPr lang="en-US" dirty="0" err="1"/>
              <a:t>apa</a:t>
            </a:r>
            <a:r>
              <a:rPr lang="en-US" dirty="0"/>
              <a:t> yang di </a:t>
            </a:r>
            <a:r>
              <a:rPr lang="en-US" dirty="0" err="1"/>
              <a:t>hasilkan</a:t>
            </a:r>
            <a:r>
              <a:rPr lang="en-US" dirty="0" smtClean="0"/>
              <a:t>.</a:t>
            </a:r>
          </a:p>
          <a:p>
            <a:pPr algn="just"/>
            <a:endParaRPr lang="en-US" sz="1200" dirty="0"/>
          </a:p>
          <a:p>
            <a:pPr algn="just"/>
            <a:endParaRPr lang="en-US" sz="1200" dirty="0" smtClean="0"/>
          </a:p>
          <a:p>
            <a:pPr algn="just"/>
            <a:r>
              <a:rPr lang="en-US" sz="1200" b="1" dirty="0" err="1" smtClean="0"/>
              <a:t>A.Sequence</a:t>
            </a:r>
            <a:r>
              <a:rPr lang="en-US" sz="1200" b="1" dirty="0" smtClean="0"/>
              <a:t>  </a:t>
            </a:r>
            <a:r>
              <a:rPr lang="en-US" sz="1200" b="1" dirty="0"/>
              <a:t>diagram </a:t>
            </a:r>
            <a:r>
              <a:rPr lang="en-US" sz="1200" b="1" dirty="0" err="1" smtClean="0"/>
              <a:t>Administartor</a:t>
            </a:r>
            <a:endParaRPr lang="en-US" sz="1200" b="1" dirty="0" smtClean="0"/>
          </a:p>
          <a:p>
            <a:pPr algn="just"/>
            <a:endParaRPr lang="en-US" sz="1200" dirty="0"/>
          </a:p>
          <a:p>
            <a:pPr algn="just"/>
            <a:r>
              <a:rPr lang="en-US" sz="1200" dirty="0" err="1" smtClean="0"/>
              <a:t>sistem</a:t>
            </a:r>
            <a:r>
              <a:rPr lang="en-US" sz="1200" dirty="0" smtClean="0"/>
              <a:t> </a:t>
            </a:r>
            <a:r>
              <a:rPr lang="en-US" sz="1200" dirty="0" err="1"/>
              <a:t>informasi</a:t>
            </a:r>
            <a:r>
              <a:rPr lang="en-US" sz="1200" dirty="0"/>
              <a:t> </a:t>
            </a:r>
            <a:r>
              <a:rPr lang="en-US" sz="1200" i="1" dirty="0"/>
              <a:t>e-marketplace</a:t>
            </a:r>
            <a:r>
              <a:rPr lang="en-US" sz="1200" dirty="0"/>
              <a:t> UMKM Kota Padang </a:t>
            </a:r>
            <a:r>
              <a:rPr lang="en-US" sz="1200" dirty="0" err="1"/>
              <a:t>Gambar</a:t>
            </a:r>
            <a:r>
              <a:rPr lang="en-US" sz="1200" dirty="0"/>
              <a:t> 4.5 di </a:t>
            </a:r>
            <a:r>
              <a:rPr lang="en-US" sz="1200" dirty="0" err="1"/>
              <a:t>bawah</a:t>
            </a:r>
            <a:r>
              <a:rPr lang="en-US" sz="1200" dirty="0"/>
              <a:t> </a:t>
            </a:r>
            <a:r>
              <a:rPr lang="en-US" sz="1200" dirty="0" err="1"/>
              <a:t>ini</a:t>
            </a:r>
            <a:r>
              <a:rPr lang="en-US" sz="1200" dirty="0"/>
              <a:t> </a:t>
            </a:r>
            <a:r>
              <a:rPr lang="en-US" sz="1200" dirty="0" err="1"/>
              <a:t>menjelaskan</a:t>
            </a:r>
            <a:r>
              <a:rPr lang="en-US" sz="1200" dirty="0"/>
              <a:t> </a:t>
            </a:r>
            <a:r>
              <a:rPr lang="en-US" sz="1200" dirty="0" err="1"/>
              <a:t>bagaiamana</a:t>
            </a:r>
            <a:r>
              <a:rPr lang="en-US" sz="1200" dirty="0"/>
              <a:t> </a:t>
            </a:r>
            <a:r>
              <a:rPr lang="en-US" sz="1200" dirty="0" err="1"/>
              <a:t>cara</a:t>
            </a:r>
            <a:r>
              <a:rPr lang="en-US" sz="1200" dirty="0"/>
              <a:t> </a:t>
            </a:r>
            <a:r>
              <a:rPr lang="en-US" sz="1200" dirty="0" err="1"/>
              <a:t>penggunaan</a:t>
            </a:r>
            <a:r>
              <a:rPr lang="en-US" sz="1200" dirty="0"/>
              <a:t> </a:t>
            </a:r>
            <a:r>
              <a:rPr lang="en-US" sz="1200" dirty="0" err="1"/>
              <a:t>sistem</a:t>
            </a:r>
            <a:r>
              <a:rPr lang="en-US" sz="1200" dirty="0"/>
              <a:t> </a:t>
            </a:r>
            <a:r>
              <a:rPr lang="en-US" sz="1200" dirty="0" err="1"/>
              <a:t>beriteraksi</a:t>
            </a:r>
            <a:r>
              <a:rPr lang="en-US" sz="1200" dirty="0"/>
              <a:t> </a:t>
            </a:r>
            <a:r>
              <a:rPr lang="en-US" sz="1200" dirty="0" err="1"/>
              <a:t>dengan</a:t>
            </a:r>
            <a:r>
              <a:rPr lang="en-US" sz="1200" dirty="0"/>
              <a:t> </a:t>
            </a:r>
            <a:r>
              <a:rPr lang="en-US" sz="1200" dirty="0" err="1"/>
              <a:t>sistem</a:t>
            </a:r>
            <a:r>
              <a:rPr lang="en-US" sz="1200" dirty="0"/>
              <a:t>.</a:t>
            </a:r>
          </a:p>
          <a:p>
            <a:pPr algn="just"/>
            <a:endParaRPr lang="en-US" sz="1200" dirty="0"/>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4572000" y="427454"/>
            <a:ext cx="4191000" cy="3744496"/>
          </a:xfrm>
          <a:prstGeom prst="rect">
            <a:avLst/>
          </a:prstGeom>
        </p:spPr>
      </p:pic>
      <p:sp>
        <p:nvSpPr>
          <p:cNvPr id="7" name="Rectangle 6"/>
          <p:cNvSpPr/>
          <p:nvPr/>
        </p:nvSpPr>
        <p:spPr>
          <a:xfrm>
            <a:off x="4633930" y="4476750"/>
            <a:ext cx="4067139" cy="307777"/>
          </a:xfrm>
          <a:prstGeom prst="rect">
            <a:avLst/>
          </a:prstGeom>
        </p:spPr>
        <p:txBody>
          <a:bodyPr wrap="none">
            <a:spAutoFit/>
          </a:bodyPr>
          <a:lstStyle/>
          <a:p>
            <a:r>
              <a:rPr lang="id-ID" b="1" dirty="0"/>
              <a:t>Gambar 4. 5 </a:t>
            </a:r>
            <a:r>
              <a:rPr lang="en-US" b="1" i="1" dirty="0"/>
              <a:t>Sequence</a:t>
            </a:r>
            <a:r>
              <a:rPr lang="en-US" b="1" dirty="0"/>
              <a:t> Diagram administrator</a:t>
            </a:r>
          </a:p>
        </p:txBody>
      </p:sp>
    </p:spTree>
    <p:extLst>
      <p:ext uri="{BB962C8B-B14F-4D97-AF65-F5344CB8AC3E}">
        <p14:creationId xmlns:p14="http://schemas.microsoft.com/office/powerpoint/2010/main" val="41461670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6" name="Rectangle 5"/>
          <p:cNvSpPr/>
          <p:nvPr/>
        </p:nvSpPr>
        <p:spPr>
          <a:xfrm>
            <a:off x="304800" y="438150"/>
            <a:ext cx="3886200" cy="1169551"/>
          </a:xfrm>
          <a:prstGeom prst="rect">
            <a:avLst/>
          </a:prstGeom>
        </p:spPr>
        <p:txBody>
          <a:bodyPr wrap="square">
            <a:spAutoFit/>
          </a:bodyPr>
          <a:lstStyle/>
          <a:p>
            <a:r>
              <a:rPr lang="en-US" b="1" dirty="0"/>
              <a:t> </a:t>
            </a:r>
            <a:r>
              <a:rPr lang="en-US" b="1" dirty="0" smtClean="0"/>
              <a:t>4.7. </a:t>
            </a:r>
            <a:r>
              <a:rPr lang="en-US" b="1" dirty="0"/>
              <a:t>Sequence  diagram </a:t>
            </a:r>
            <a:r>
              <a:rPr lang="en-US" b="1" i="1" dirty="0" smtClean="0"/>
              <a:t>Front-end</a:t>
            </a:r>
          </a:p>
          <a:p>
            <a:r>
              <a:rPr lang="en-US" dirty="0" err="1" smtClean="0"/>
              <a:t>sistem</a:t>
            </a:r>
            <a:r>
              <a:rPr lang="en-US" dirty="0" smtClean="0"/>
              <a:t> </a:t>
            </a:r>
            <a:r>
              <a:rPr lang="en-US" dirty="0" err="1"/>
              <a:t>informasi</a:t>
            </a:r>
            <a:r>
              <a:rPr lang="en-US" dirty="0"/>
              <a:t> </a:t>
            </a:r>
            <a:r>
              <a:rPr lang="en-US" i="1" dirty="0"/>
              <a:t>e-marketplace</a:t>
            </a:r>
            <a:r>
              <a:rPr lang="en-US" dirty="0"/>
              <a:t> UMKM Kota Padang </a:t>
            </a:r>
            <a:r>
              <a:rPr lang="en-US" dirty="0" err="1"/>
              <a:t>Gambar</a:t>
            </a:r>
            <a:r>
              <a:rPr lang="en-US" dirty="0"/>
              <a:t> 4.5 di </a:t>
            </a:r>
            <a:r>
              <a:rPr lang="en-US" dirty="0" err="1"/>
              <a:t>bawah</a:t>
            </a:r>
            <a:r>
              <a:rPr lang="en-US" dirty="0"/>
              <a:t> </a:t>
            </a:r>
            <a:r>
              <a:rPr lang="en-US" dirty="0" err="1"/>
              <a:t>ini</a:t>
            </a:r>
            <a:r>
              <a:rPr lang="en-US" dirty="0"/>
              <a:t> </a:t>
            </a:r>
            <a:r>
              <a:rPr lang="en-US" dirty="0" err="1"/>
              <a:t>menjelaskan</a:t>
            </a:r>
            <a:r>
              <a:rPr lang="en-US" dirty="0"/>
              <a:t> </a:t>
            </a:r>
            <a:r>
              <a:rPr lang="en-US" dirty="0" err="1"/>
              <a:t>bagaiamana</a:t>
            </a:r>
            <a:r>
              <a:rPr lang="en-US" dirty="0"/>
              <a:t> </a:t>
            </a:r>
            <a:r>
              <a:rPr lang="en-US" dirty="0" err="1"/>
              <a:t>cara</a:t>
            </a:r>
            <a:r>
              <a:rPr lang="en-US" dirty="0"/>
              <a:t> </a:t>
            </a:r>
            <a:r>
              <a:rPr lang="en-US" dirty="0" err="1"/>
              <a:t>penggunaan</a:t>
            </a:r>
            <a:r>
              <a:rPr lang="en-US" dirty="0"/>
              <a:t> </a:t>
            </a:r>
            <a:r>
              <a:rPr lang="en-US" dirty="0" err="1"/>
              <a:t>sistem</a:t>
            </a:r>
            <a:r>
              <a:rPr lang="en-US" dirty="0"/>
              <a:t> </a:t>
            </a:r>
            <a:r>
              <a:rPr lang="en-US" dirty="0" err="1"/>
              <a:t>beriteraksi</a:t>
            </a:r>
            <a:r>
              <a:rPr lang="en-US" dirty="0"/>
              <a:t> </a:t>
            </a:r>
            <a:r>
              <a:rPr lang="en-US" dirty="0" err="1"/>
              <a:t>dengan</a:t>
            </a:r>
            <a:r>
              <a:rPr lang="en-US" dirty="0"/>
              <a:t> </a:t>
            </a:r>
            <a:r>
              <a:rPr lang="en-US" dirty="0" err="1"/>
              <a:t>pengguna</a:t>
            </a:r>
            <a:r>
              <a:rPr lang="en-US" dirty="0"/>
              <a:t> (</a:t>
            </a:r>
            <a:r>
              <a:rPr lang="en-US" i="1" dirty="0"/>
              <a:t>user</a:t>
            </a:r>
            <a:r>
              <a:rPr lang="en-US" dirty="0"/>
              <a:t>).</a:t>
            </a:r>
            <a:endParaRPr lang="en-US" dirty="0"/>
          </a:p>
        </p:txBody>
      </p:sp>
      <p:pic>
        <p:nvPicPr>
          <p:cNvPr id="9" name="Picture 8"/>
          <p:cNvPicPr/>
          <p:nvPr/>
        </p:nvPicPr>
        <p:blipFill>
          <a:blip r:embed="rId2">
            <a:extLst>
              <a:ext uri="{28A0092B-C50C-407E-A947-70E740481C1C}">
                <a14:useLocalDpi xmlns:a14="http://schemas.microsoft.com/office/drawing/2010/main" val="0"/>
              </a:ext>
            </a:extLst>
          </a:blip>
          <a:stretch>
            <a:fillRect/>
          </a:stretch>
        </p:blipFill>
        <p:spPr>
          <a:xfrm>
            <a:off x="4343400" y="230841"/>
            <a:ext cx="4267200" cy="3026709"/>
          </a:xfrm>
          <a:prstGeom prst="rect">
            <a:avLst/>
          </a:prstGeom>
        </p:spPr>
      </p:pic>
      <p:sp>
        <p:nvSpPr>
          <p:cNvPr id="10" name="Rectangle 9"/>
          <p:cNvSpPr/>
          <p:nvPr/>
        </p:nvSpPr>
        <p:spPr>
          <a:xfrm>
            <a:off x="4186148" y="3638550"/>
            <a:ext cx="4581703" cy="307777"/>
          </a:xfrm>
          <a:prstGeom prst="rect">
            <a:avLst/>
          </a:prstGeom>
        </p:spPr>
        <p:txBody>
          <a:bodyPr wrap="none">
            <a:spAutoFit/>
          </a:bodyPr>
          <a:lstStyle/>
          <a:p>
            <a:r>
              <a:rPr lang="id-ID" b="1" dirty="0"/>
              <a:t>Gambar 4. 6 </a:t>
            </a:r>
            <a:r>
              <a:rPr lang="id-ID" b="1" i="1" dirty="0"/>
              <a:t>Sequence</a:t>
            </a:r>
            <a:r>
              <a:rPr lang="id-ID" b="1" dirty="0"/>
              <a:t>  diagram Halaman </a:t>
            </a:r>
            <a:r>
              <a:rPr lang="id-ID" b="1" i="1" dirty="0"/>
              <a:t>Front-end</a:t>
            </a:r>
            <a:endParaRPr lang="en-US" b="1" dirty="0"/>
          </a:p>
        </p:txBody>
      </p:sp>
    </p:spTree>
    <p:extLst>
      <p:ext uri="{BB962C8B-B14F-4D97-AF65-F5344CB8AC3E}">
        <p14:creationId xmlns:p14="http://schemas.microsoft.com/office/powerpoint/2010/main" val="5259405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5" name="TextBox 4"/>
          <p:cNvSpPr txBox="1"/>
          <p:nvPr/>
        </p:nvSpPr>
        <p:spPr>
          <a:xfrm>
            <a:off x="457200" y="361950"/>
            <a:ext cx="3810000" cy="2893100"/>
          </a:xfrm>
          <a:prstGeom prst="rect">
            <a:avLst/>
          </a:prstGeom>
          <a:noFill/>
        </p:spPr>
        <p:txBody>
          <a:bodyPr wrap="square" rtlCol="0">
            <a:spAutoFit/>
          </a:bodyPr>
          <a:lstStyle/>
          <a:p>
            <a:pPr lvl="2" algn="just"/>
            <a:r>
              <a:rPr lang="en-US" b="1" dirty="0" smtClean="0"/>
              <a:t>4.8 Deployment </a:t>
            </a:r>
            <a:r>
              <a:rPr lang="en-US" b="1" dirty="0"/>
              <a:t>Diagram</a:t>
            </a:r>
          </a:p>
          <a:p>
            <a:pPr algn="just"/>
            <a:r>
              <a:rPr lang="en-US" dirty="0"/>
              <a:t>        Deployment Diagram /physical diagram </a:t>
            </a:r>
            <a:r>
              <a:rPr lang="en-US" dirty="0" err="1"/>
              <a:t>menggambarkan</a:t>
            </a:r>
            <a:r>
              <a:rPr lang="en-US" dirty="0"/>
              <a:t> detail </a:t>
            </a:r>
            <a:r>
              <a:rPr lang="en-US" dirty="0" err="1"/>
              <a:t>bagaimana</a:t>
            </a:r>
            <a:r>
              <a:rPr lang="en-US" dirty="0"/>
              <a:t> </a:t>
            </a:r>
            <a:r>
              <a:rPr lang="en-US" dirty="0" err="1"/>
              <a:t>komponen</a:t>
            </a:r>
            <a:r>
              <a:rPr lang="en-US" dirty="0"/>
              <a:t> di deploy </a:t>
            </a:r>
            <a:r>
              <a:rPr lang="en-US" dirty="0" err="1"/>
              <a:t>dalam</a:t>
            </a:r>
            <a:r>
              <a:rPr lang="en-US" dirty="0"/>
              <a:t> </a:t>
            </a:r>
            <a:r>
              <a:rPr lang="en-US" dirty="0" err="1"/>
              <a:t>infrastruktur</a:t>
            </a:r>
            <a:r>
              <a:rPr lang="en-US" dirty="0"/>
              <a:t> </a:t>
            </a:r>
            <a:r>
              <a:rPr lang="en-US" dirty="0" err="1"/>
              <a:t>sistem,di</a:t>
            </a:r>
            <a:r>
              <a:rPr lang="en-US" dirty="0"/>
              <a:t> </a:t>
            </a:r>
            <a:r>
              <a:rPr lang="en-US" dirty="0" err="1"/>
              <a:t>mana</a:t>
            </a:r>
            <a:r>
              <a:rPr lang="en-US" dirty="0"/>
              <a:t> </a:t>
            </a:r>
            <a:r>
              <a:rPr lang="en-US" dirty="0" err="1"/>
              <a:t>komponen</a:t>
            </a:r>
            <a:r>
              <a:rPr lang="en-US" dirty="0"/>
              <a:t> </a:t>
            </a:r>
            <a:r>
              <a:rPr lang="en-US" dirty="0" err="1"/>
              <a:t>akan</a:t>
            </a:r>
            <a:r>
              <a:rPr lang="en-US" dirty="0"/>
              <a:t> </a:t>
            </a:r>
            <a:r>
              <a:rPr lang="en-US" dirty="0" err="1"/>
              <a:t>terletak</a:t>
            </a:r>
            <a:r>
              <a:rPr lang="en-US" dirty="0"/>
              <a:t> (</a:t>
            </a:r>
            <a:r>
              <a:rPr lang="en-US" dirty="0" err="1"/>
              <a:t>pada</a:t>
            </a:r>
            <a:r>
              <a:rPr lang="en-US" dirty="0"/>
              <a:t> </a:t>
            </a:r>
            <a:r>
              <a:rPr lang="en-US" dirty="0" err="1"/>
              <a:t>mesin</a:t>
            </a:r>
            <a:r>
              <a:rPr lang="en-US" dirty="0"/>
              <a:t> </a:t>
            </a:r>
            <a:r>
              <a:rPr lang="en-US" i="1" dirty="0"/>
              <a:t>server</a:t>
            </a:r>
            <a:r>
              <a:rPr lang="en-US" dirty="0"/>
              <a:t> ,</a:t>
            </a:r>
            <a:r>
              <a:rPr lang="en-US" dirty="0" err="1"/>
              <a:t>atau</a:t>
            </a:r>
            <a:r>
              <a:rPr lang="en-US" dirty="0"/>
              <a:t> </a:t>
            </a:r>
            <a:r>
              <a:rPr lang="en-US" dirty="0" err="1"/>
              <a:t>piranti</a:t>
            </a:r>
            <a:r>
              <a:rPr lang="en-US" dirty="0"/>
              <a:t> </a:t>
            </a:r>
            <a:r>
              <a:rPr lang="en-US" dirty="0" err="1"/>
              <a:t>keras</a:t>
            </a:r>
            <a:r>
              <a:rPr lang="en-US" dirty="0"/>
              <a:t> </a:t>
            </a:r>
            <a:r>
              <a:rPr lang="en-US" dirty="0" err="1"/>
              <a:t>tertentu</a:t>
            </a:r>
            <a:r>
              <a:rPr lang="en-US" dirty="0"/>
              <a:t>), </a:t>
            </a:r>
            <a:r>
              <a:rPr lang="en-US" dirty="0" err="1"/>
              <a:t>bagaiama</a:t>
            </a:r>
            <a:r>
              <a:rPr lang="en-US" dirty="0"/>
              <a:t> </a:t>
            </a:r>
            <a:r>
              <a:rPr lang="en-US" dirty="0" err="1"/>
              <a:t>kemampuan</a:t>
            </a:r>
            <a:r>
              <a:rPr lang="en-US" dirty="0"/>
              <a:t> </a:t>
            </a:r>
            <a:r>
              <a:rPr lang="en-US" dirty="0" err="1"/>
              <a:t>jaringan</a:t>
            </a:r>
            <a:r>
              <a:rPr lang="en-US" dirty="0"/>
              <a:t> </a:t>
            </a:r>
            <a:r>
              <a:rPr lang="en-US" dirty="0" err="1"/>
              <a:t>pada</a:t>
            </a:r>
            <a:r>
              <a:rPr lang="en-US" dirty="0"/>
              <a:t> </a:t>
            </a:r>
            <a:r>
              <a:rPr lang="en-US" dirty="0" err="1"/>
              <a:t>lokasi</a:t>
            </a:r>
            <a:r>
              <a:rPr lang="en-US" dirty="0"/>
              <a:t> </a:t>
            </a:r>
            <a:r>
              <a:rPr lang="en-US" dirty="0" err="1"/>
              <a:t>tersebut</a:t>
            </a:r>
            <a:r>
              <a:rPr lang="en-US" dirty="0"/>
              <a:t> ,</a:t>
            </a:r>
            <a:r>
              <a:rPr lang="en-US" dirty="0" err="1"/>
              <a:t>spesifikasi</a:t>
            </a:r>
            <a:r>
              <a:rPr lang="en-US" dirty="0"/>
              <a:t> </a:t>
            </a:r>
            <a:r>
              <a:rPr lang="en-US" i="1" dirty="0"/>
              <a:t>server</a:t>
            </a:r>
            <a:r>
              <a:rPr lang="en-US" dirty="0"/>
              <a:t> ,</a:t>
            </a:r>
            <a:r>
              <a:rPr lang="en-US" dirty="0" err="1"/>
              <a:t>dan</a:t>
            </a:r>
            <a:r>
              <a:rPr lang="en-US" dirty="0"/>
              <a:t> lain-lain yang </a:t>
            </a:r>
            <a:r>
              <a:rPr lang="en-US" dirty="0" err="1"/>
              <a:t>bersifat</a:t>
            </a:r>
            <a:r>
              <a:rPr lang="en-US" dirty="0"/>
              <a:t> </a:t>
            </a:r>
            <a:r>
              <a:rPr lang="en-US" dirty="0" err="1"/>
              <a:t>fisikal.Hubungan</a:t>
            </a:r>
            <a:r>
              <a:rPr lang="en-US" dirty="0"/>
              <a:t> </a:t>
            </a:r>
            <a:r>
              <a:rPr lang="en-US" dirty="0" err="1"/>
              <a:t>antar</a:t>
            </a:r>
            <a:r>
              <a:rPr lang="en-US" dirty="0"/>
              <a:t> </a:t>
            </a:r>
            <a:r>
              <a:rPr lang="en-US" dirty="0" err="1"/>
              <a:t>kode</a:t>
            </a:r>
            <a:r>
              <a:rPr lang="en-US" dirty="0"/>
              <a:t> (</a:t>
            </a:r>
            <a:r>
              <a:rPr lang="en-US" dirty="0" err="1"/>
              <a:t>misalnya</a:t>
            </a:r>
            <a:r>
              <a:rPr lang="en-US" dirty="0"/>
              <a:t> TCP/IP) </a:t>
            </a:r>
            <a:r>
              <a:rPr lang="en-US" dirty="0" err="1"/>
              <a:t>dan</a:t>
            </a:r>
            <a:r>
              <a:rPr lang="en-US" dirty="0"/>
              <a:t> requirement </a:t>
            </a:r>
            <a:r>
              <a:rPr lang="en-US" dirty="0" err="1"/>
              <a:t>dapat</a:t>
            </a:r>
            <a:r>
              <a:rPr lang="en-US" dirty="0"/>
              <a:t> </a:t>
            </a:r>
            <a:r>
              <a:rPr lang="en-US" dirty="0" err="1"/>
              <a:t>juga</a:t>
            </a:r>
            <a:r>
              <a:rPr lang="en-US" dirty="0"/>
              <a:t> di </a:t>
            </a:r>
            <a:r>
              <a:rPr lang="en-US" dirty="0" err="1"/>
              <a:t>definisikan</a:t>
            </a:r>
            <a:r>
              <a:rPr lang="en-US" dirty="0"/>
              <a:t> </a:t>
            </a:r>
            <a:r>
              <a:rPr lang="en-US" dirty="0" err="1"/>
              <a:t>dalam</a:t>
            </a:r>
            <a:r>
              <a:rPr lang="en-US" dirty="0"/>
              <a:t> diagram </a:t>
            </a:r>
            <a:r>
              <a:rPr lang="en-US" dirty="0" err="1"/>
              <a:t>ini.Gambar</a:t>
            </a:r>
            <a:r>
              <a:rPr lang="en-US" dirty="0"/>
              <a:t> 4.8 di </a:t>
            </a:r>
            <a:r>
              <a:rPr lang="en-US" dirty="0" err="1"/>
              <a:t>bawah</a:t>
            </a:r>
            <a:r>
              <a:rPr lang="en-US" dirty="0"/>
              <a:t> </a:t>
            </a:r>
            <a:r>
              <a:rPr lang="en-US" dirty="0" err="1"/>
              <a:t>ini</a:t>
            </a:r>
            <a:r>
              <a:rPr lang="en-US" dirty="0"/>
              <a:t> </a:t>
            </a:r>
            <a:r>
              <a:rPr lang="en-US" dirty="0" err="1"/>
              <a:t>adalah</a:t>
            </a:r>
            <a:r>
              <a:rPr lang="en-US" dirty="0"/>
              <a:t> </a:t>
            </a:r>
            <a:r>
              <a:rPr lang="en-US" i="1" dirty="0"/>
              <a:t>development</a:t>
            </a:r>
            <a:r>
              <a:rPr lang="en-US" dirty="0"/>
              <a:t> </a:t>
            </a:r>
            <a:r>
              <a:rPr lang="en-US" dirty="0" err="1"/>
              <a:t>digramnya</a:t>
            </a:r>
            <a:r>
              <a:rPr lang="en-US" dirty="0"/>
              <a:t>.</a:t>
            </a:r>
            <a:endParaRPr lang="en-US" sz="1200" dirty="0"/>
          </a:p>
          <a:p>
            <a:pPr algn="just"/>
            <a:endParaRPr lang="en-US" dirty="0"/>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4800600" y="877244"/>
            <a:ext cx="3689350" cy="953770"/>
          </a:xfrm>
          <a:prstGeom prst="rect">
            <a:avLst/>
          </a:prstGeom>
        </p:spPr>
      </p:pic>
      <p:sp>
        <p:nvSpPr>
          <p:cNvPr id="7" name="Rectangle 6"/>
          <p:cNvSpPr/>
          <p:nvPr/>
        </p:nvSpPr>
        <p:spPr>
          <a:xfrm>
            <a:off x="5334000" y="2263973"/>
            <a:ext cx="3052439" cy="307777"/>
          </a:xfrm>
          <a:prstGeom prst="rect">
            <a:avLst/>
          </a:prstGeom>
        </p:spPr>
        <p:txBody>
          <a:bodyPr wrap="none">
            <a:spAutoFit/>
          </a:bodyPr>
          <a:lstStyle/>
          <a:p>
            <a:r>
              <a:rPr lang="id-ID" b="1" dirty="0"/>
              <a:t>Gambar 4. 7 </a:t>
            </a:r>
            <a:r>
              <a:rPr lang="en-US" b="1" i="1" dirty="0"/>
              <a:t>Deployment</a:t>
            </a:r>
            <a:r>
              <a:rPr lang="en-US" b="1" dirty="0"/>
              <a:t> Diagram</a:t>
            </a:r>
          </a:p>
        </p:txBody>
      </p:sp>
    </p:spTree>
    <p:extLst>
      <p:ext uri="{BB962C8B-B14F-4D97-AF65-F5344CB8AC3E}">
        <p14:creationId xmlns:p14="http://schemas.microsoft.com/office/powerpoint/2010/main" val="3824503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
        <p:nvSpPr>
          <p:cNvPr id="5" name="Rectangle 4"/>
          <p:cNvSpPr/>
          <p:nvPr/>
        </p:nvSpPr>
        <p:spPr>
          <a:xfrm>
            <a:off x="914400" y="213664"/>
            <a:ext cx="1968809" cy="307777"/>
          </a:xfrm>
          <a:prstGeom prst="rect">
            <a:avLst/>
          </a:prstGeom>
        </p:spPr>
        <p:txBody>
          <a:bodyPr wrap="none">
            <a:spAutoFit/>
          </a:bodyPr>
          <a:lstStyle/>
          <a:p>
            <a:pPr lvl="1"/>
            <a:r>
              <a:rPr lang="en-US" b="1" dirty="0" smtClean="0"/>
              <a:t>4.4 </a:t>
            </a:r>
            <a:r>
              <a:rPr lang="en-US" b="1" dirty="0" err="1" smtClean="0"/>
              <a:t>Struktur</a:t>
            </a:r>
            <a:r>
              <a:rPr lang="en-US" b="1" dirty="0" smtClean="0"/>
              <a:t> </a:t>
            </a:r>
            <a:r>
              <a:rPr lang="en-US" b="1" dirty="0"/>
              <a:t>Program</a:t>
            </a:r>
          </a:p>
        </p:txBody>
      </p:sp>
      <p:sp>
        <p:nvSpPr>
          <p:cNvPr id="6" name="Rectangle 5"/>
          <p:cNvSpPr/>
          <p:nvPr/>
        </p:nvSpPr>
        <p:spPr>
          <a:xfrm>
            <a:off x="533400" y="742950"/>
            <a:ext cx="3733800" cy="1600438"/>
          </a:xfrm>
          <a:prstGeom prst="rect">
            <a:avLst/>
          </a:prstGeom>
        </p:spPr>
        <p:txBody>
          <a:bodyPr wrap="square">
            <a:spAutoFit/>
          </a:bodyPr>
          <a:lstStyle/>
          <a:p>
            <a:pPr algn="just"/>
            <a:r>
              <a:rPr lang="en-US" dirty="0"/>
              <a:t> </a:t>
            </a:r>
            <a:r>
              <a:rPr lang="en-US" dirty="0" err="1"/>
              <a:t>Struktur</a:t>
            </a:r>
            <a:r>
              <a:rPr lang="en-US" dirty="0"/>
              <a:t> program yang </a:t>
            </a:r>
            <a:r>
              <a:rPr lang="en-US" dirty="0" err="1"/>
              <a:t>dirancang</a:t>
            </a:r>
            <a:r>
              <a:rPr lang="en-US" dirty="0"/>
              <a:t> </a:t>
            </a:r>
            <a:r>
              <a:rPr lang="en-US" dirty="0" err="1"/>
              <a:t>dalam</a:t>
            </a:r>
            <a:r>
              <a:rPr lang="en-US" dirty="0"/>
              <a:t> </a:t>
            </a:r>
            <a:r>
              <a:rPr lang="en-US" dirty="0" err="1"/>
              <a:t>pembuatan</a:t>
            </a:r>
            <a:r>
              <a:rPr lang="en-US" dirty="0"/>
              <a:t> </a:t>
            </a:r>
            <a:r>
              <a:rPr lang="en-US" dirty="0" err="1"/>
              <a:t>sistem</a:t>
            </a:r>
            <a:r>
              <a:rPr lang="en-US" dirty="0"/>
              <a:t> </a:t>
            </a:r>
            <a:r>
              <a:rPr lang="en-US" dirty="0" err="1"/>
              <a:t>informasi</a:t>
            </a:r>
            <a:r>
              <a:rPr lang="en-US" dirty="0"/>
              <a:t> e-marketplace UMKM Kota Padang </a:t>
            </a:r>
            <a:r>
              <a:rPr lang="en-US" dirty="0" err="1"/>
              <a:t>dapat</a:t>
            </a:r>
            <a:r>
              <a:rPr lang="en-US" dirty="0"/>
              <a:t> </a:t>
            </a:r>
            <a:r>
              <a:rPr lang="en-US" dirty="0" err="1"/>
              <a:t>dilihat</a:t>
            </a:r>
            <a:r>
              <a:rPr lang="en-US" dirty="0"/>
              <a:t>  </a:t>
            </a:r>
            <a:r>
              <a:rPr lang="en-US" dirty="0" err="1"/>
              <a:t>seperti</a:t>
            </a:r>
            <a:r>
              <a:rPr lang="en-US" dirty="0"/>
              <a:t> </a:t>
            </a:r>
            <a:r>
              <a:rPr lang="en-US" dirty="0" err="1"/>
              <a:t>gambar</a:t>
            </a:r>
            <a:r>
              <a:rPr lang="en-US" dirty="0"/>
              <a:t> di </a:t>
            </a:r>
            <a:r>
              <a:rPr lang="en-US" dirty="0" err="1"/>
              <a:t>bawah</a:t>
            </a:r>
            <a:r>
              <a:rPr lang="en-US" dirty="0"/>
              <a:t> </a:t>
            </a:r>
            <a:r>
              <a:rPr lang="en-US" dirty="0" err="1"/>
              <a:t>ini</a:t>
            </a:r>
            <a:r>
              <a:rPr lang="en-US" dirty="0"/>
              <a:t> : </a:t>
            </a:r>
          </a:p>
          <a:p>
            <a:pPr algn="just"/>
            <a:endParaRPr lang="en-US" dirty="0"/>
          </a:p>
          <a:p>
            <a:pPr algn="just"/>
            <a:r>
              <a:rPr lang="en-US" dirty="0"/>
              <a:t>1.Struktur program </a:t>
            </a:r>
            <a:r>
              <a:rPr lang="en-US" dirty="0" err="1"/>
              <a:t>pada</a:t>
            </a:r>
            <a:r>
              <a:rPr lang="en-US" dirty="0"/>
              <a:t> user</a:t>
            </a:r>
            <a:r>
              <a:rPr lang="en-US" dirty="0" smtClean="0"/>
              <a:t>, admin, </a:t>
            </a:r>
            <a:r>
              <a:rPr lang="en-US" dirty="0" err="1" smtClean="0"/>
              <a:t>penjual</a:t>
            </a:r>
            <a:r>
              <a:rPr lang="en-US" dirty="0" smtClean="0"/>
              <a:t>, </a:t>
            </a:r>
            <a:r>
              <a:rPr lang="en-US" dirty="0" err="1" smtClean="0"/>
              <a:t>dan</a:t>
            </a:r>
            <a:r>
              <a:rPr lang="en-US" dirty="0" smtClean="0"/>
              <a:t> </a:t>
            </a:r>
            <a:r>
              <a:rPr lang="en-US" dirty="0" err="1"/>
              <a:t>pembeli</a:t>
            </a:r>
            <a:endParaRPr lang="en-US" dirty="0"/>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4343400" y="666750"/>
            <a:ext cx="4572000" cy="2819400"/>
          </a:xfrm>
          <a:prstGeom prst="rect">
            <a:avLst/>
          </a:prstGeom>
        </p:spPr>
      </p:pic>
      <p:sp>
        <p:nvSpPr>
          <p:cNvPr id="8" name="Rectangle 7"/>
          <p:cNvSpPr/>
          <p:nvPr/>
        </p:nvSpPr>
        <p:spPr>
          <a:xfrm>
            <a:off x="4191000" y="3790950"/>
            <a:ext cx="4572000" cy="430887"/>
          </a:xfrm>
          <a:prstGeom prst="rect">
            <a:avLst/>
          </a:prstGeom>
        </p:spPr>
        <p:txBody>
          <a:bodyPr>
            <a:spAutoFit/>
          </a:bodyPr>
          <a:lstStyle/>
          <a:p>
            <a:pPr algn="ctr"/>
            <a:r>
              <a:rPr lang="id-ID" sz="1100" b="1" dirty="0"/>
              <a:t>Gambar 4. 8 Struktur Program Pada </a:t>
            </a:r>
            <a:r>
              <a:rPr lang="id-ID" sz="1100" b="1" i="1" dirty="0"/>
              <a:t>User</a:t>
            </a:r>
            <a:r>
              <a:rPr lang="id-ID" sz="1100" b="1" dirty="0"/>
              <a:t>,admin,penjual,dan pembeli</a:t>
            </a:r>
            <a:endParaRPr lang="en-US" sz="1100" b="1" dirty="0"/>
          </a:p>
        </p:txBody>
      </p:sp>
    </p:spTree>
    <p:extLst>
      <p:ext uri="{BB962C8B-B14F-4D97-AF65-F5344CB8AC3E}">
        <p14:creationId xmlns:p14="http://schemas.microsoft.com/office/powerpoint/2010/main" val="41984546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
        <p:nvSpPr>
          <p:cNvPr id="6" name="Rectangle 5"/>
          <p:cNvSpPr/>
          <p:nvPr/>
        </p:nvSpPr>
        <p:spPr>
          <a:xfrm>
            <a:off x="1447800" y="895350"/>
            <a:ext cx="7162800" cy="2462213"/>
          </a:xfrm>
          <a:prstGeom prst="rect">
            <a:avLst/>
          </a:prstGeom>
        </p:spPr>
        <p:txBody>
          <a:bodyPr wrap="square">
            <a:spAutoFit/>
          </a:bodyPr>
          <a:lstStyle/>
          <a:p>
            <a:pPr lvl="2" algn="just"/>
            <a:r>
              <a:rPr lang="en-US" b="1" dirty="0" smtClean="0"/>
              <a:t>4.8 ERD </a:t>
            </a:r>
            <a:r>
              <a:rPr lang="en-US" b="1" dirty="0"/>
              <a:t>(</a:t>
            </a:r>
            <a:r>
              <a:rPr lang="en-US" b="1" i="1" dirty="0"/>
              <a:t>Entity </a:t>
            </a:r>
            <a:r>
              <a:rPr lang="id-ID" b="1" i="1" dirty="0"/>
              <a:t>Relationship </a:t>
            </a:r>
            <a:r>
              <a:rPr lang="en-US" b="1" i="1" dirty="0"/>
              <a:t>Diagram</a:t>
            </a:r>
            <a:r>
              <a:rPr lang="en-US" b="1" dirty="0"/>
              <a:t>)</a:t>
            </a:r>
          </a:p>
          <a:p>
            <a:pPr algn="just"/>
            <a:r>
              <a:rPr lang="en-US" dirty="0"/>
              <a:t>	Entity Relationship Diagram (ERD) </a:t>
            </a:r>
            <a:r>
              <a:rPr lang="en-US" dirty="0" err="1"/>
              <a:t>untuk</a:t>
            </a:r>
            <a:r>
              <a:rPr lang="en-US" dirty="0"/>
              <a:t> </a:t>
            </a:r>
            <a:r>
              <a:rPr lang="en-US" dirty="0" err="1"/>
              <a:t>mendokumentasikan</a:t>
            </a:r>
            <a:r>
              <a:rPr lang="en-US" dirty="0"/>
              <a:t> data </a:t>
            </a:r>
            <a:r>
              <a:rPr lang="en-US" dirty="0" err="1"/>
              <a:t>perusahaan</a:t>
            </a:r>
            <a:r>
              <a:rPr lang="en-US" dirty="0"/>
              <a:t> </a:t>
            </a:r>
            <a:r>
              <a:rPr lang="en-US" dirty="0" err="1"/>
              <a:t>dengan</a:t>
            </a:r>
            <a:r>
              <a:rPr lang="en-US" dirty="0"/>
              <a:t> </a:t>
            </a:r>
            <a:r>
              <a:rPr lang="en-US" dirty="0" err="1"/>
              <a:t>mengidentifikasi</a:t>
            </a:r>
            <a:r>
              <a:rPr lang="en-US" dirty="0"/>
              <a:t> </a:t>
            </a:r>
            <a:r>
              <a:rPr lang="en-US" dirty="0" err="1"/>
              <a:t>jenis</a:t>
            </a:r>
            <a:r>
              <a:rPr lang="en-US" dirty="0"/>
              <a:t> </a:t>
            </a:r>
            <a:r>
              <a:rPr lang="en-US" dirty="0" err="1"/>
              <a:t>entitas</a:t>
            </a:r>
            <a:r>
              <a:rPr lang="en-US" dirty="0"/>
              <a:t> (</a:t>
            </a:r>
            <a:r>
              <a:rPr lang="en-US" i="1" dirty="0"/>
              <a:t>entity</a:t>
            </a:r>
            <a:r>
              <a:rPr lang="en-US" dirty="0"/>
              <a:t>) </a:t>
            </a:r>
            <a:r>
              <a:rPr lang="en-US" dirty="0" err="1"/>
              <a:t>dan</a:t>
            </a:r>
            <a:r>
              <a:rPr lang="en-US" dirty="0"/>
              <a:t> </a:t>
            </a:r>
            <a:r>
              <a:rPr lang="en-US" dirty="0" err="1"/>
              <a:t>hubungannya</a:t>
            </a:r>
            <a:r>
              <a:rPr lang="en-US" dirty="0"/>
              <a:t>.</a:t>
            </a:r>
            <a:endParaRPr lang="en-US" sz="1200" dirty="0"/>
          </a:p>
          <a:p>
            <a:pPr algn="just"/>
            <a:r>
              <a:rPr lang="en-US" dirty="0"/>
              <a:t>	ERD </a:t>
            </a:r>
            <a:r>
              <a:rPr lang="en-US" dirty="0" err="1"/>
              <a:t>merupakan</a:t>
            </a:r>
            <a:r>
              <a:rPr lang="en-US" dirty="0"/>
              <a:t> </a:t>
            </a:r>
            <a:r>
              <a:rPr lang="en-US" dirty="0" err="1"/>
              <a:t>suatu</a:t>
            </a:r>
            <a:r>
              <a:rPr lang="en-US" dirty="0"/>
              <a:t> model </a:t>
            </a:r>
            <a:r>
              <a:rPr lang="en-US" dirty="0" err="1"/>
              <a:t>jaringan</a:t>
            </a:r>
            <a:r>
              <a:rPr lang="en-US" dirty="0"/>
              <a:t> yang </a:t>
            </a:r>
            <a:r>
              <a:rPr lang="en-US" dirty="0" err="1"/>
              <a:t>menggunakan</a:t>
            </a:r>
            <a:r>
              <a:rPr lang="en-US" dirty="0"/>
              <a:t> </a:t>
            </a:r>
            <a:r>
              <a:rPr lang="en-US" dirty="0" err="1"/>
              <a:t>susunan</a:t>
            </a:r>
            <a:r>
              <a:rPr lang="en-US" dirty="0"/>
              <a:t> data yang </a:t>
            </a:r>
            <a:r>
              <a:rPr lang="en-US" dirty="0" err="1"/>
              <a:t>disimpan</a:t>
            </a:r>
            <a:r>
              <a:rPr lang="en-US" dirty="0"/>
              <a:t> </a:t>
            </a:r>
            <a:r>
              <a:rPr lang="en-US" dirty="0" err="1"/>
              <a:t>pada</a:t>
            </a:r>
            <a:r>
              <a:rPr lang="en-US" dirty="0"/>
              <a:t> </a:t>
            </a:r>
            <a:r>
              <a:rPr lang="en-US" dirty="0" err="1"/>
              <a:t>sistem</a:t>
            </a:r>
            <a:r>
              <a:rPr lang="en-US" dirty="0"/>
              <a:t> </a:t>
            </a:r>
            <a:r>
              <a:rPr lang="en-US" dirty="0" err="1"/>
              <a:t>secara</a:t>
            </a:r>
            <a:r>
              <a:rPr lang="en-US" dirty="0"/>
              <a:t> </a:t>
            </a:r>
            <a:r>
              <a:rPr lang="en-US" dirty="0" err="1"/>
              <a:t>abstrak.ERD</a:t>
            </a:r>
            <a:r>
              <a:rPr lang="en-US" dirty="0"/>
              <a:t> </a:t>
            </a:r>
            <a:r>
              <a:rPr lang="en-US" dirty="0" err="1"/>
              <a:t>juga</a:t>
            </a:r>
            <a:r>
              <a:rPr lang="en-US" dirty="0"/>
              <a:t> </a:t>
            </a:r>
            <a:r>
              <a:rPr lang="en-US" dirty="0" err="1"/>
              <a:t>menggambarkan</a:t>
            </a:r>
            <a:r>
              <a:rPr lang="en-US" dirty="0"/>
              <a:t> </a:t>
            </a:r>
            <a:r>
              <a:rPr lang="en-US" dirty="0" err="1"/>
              <a:t>hubungan</a:t>
            </a:r>
            <a:r>
              <a:rPr lang="en-US" dirty="0"/>
              <a:t> </a:t>
            </a:r>
            <a:r>
              <a:rPr lang="en-US" dirty="0" err="1"/>
              <a:t>antara</a:t>
            </a:r>
            <a:r>
              <a:rPr lang="en-US" dirty="0"/>
              <a:t> </a:t>
            </a:r>
            <a:r>
              <a:rPr lang="en-US" dirty="0" err="1"/>
              <a:t>satu</a:t>
            </a:r>
            <a:r>
              <a:rPr lang="en-US" dirty="0"/>
              <a:t> </a:t>
            </a:r>
            <a:r>
              <a:rPr lang="en-US" dirty="0" err="1"/>
              <a:t>entitas</a:t>
            </a:r>
            <a:r>
              <a:rPr lang="en-US" dirty="0"/>
              <a:t> yang </a:t>
            </a:r>
            <a:r>
              <a:rPr lang="en-US" dirty="0" err="1"/>
              <a:t>memiliki</a:t>
            </a:r>
            <a:r>
              <a:rPr lang="en-US" dirty="0"/>
              <a:t> </a:t>
            </a:r>
            <a:r>
              <a:rPr lang="en-US" dirty="0" err="1"/>
              <a:t>sejumlah</a:t>
            </a:r>
            <a:r>
              <a:rPr lang="en-US" dirty="0"/>
              <a:t> </a:t>
            </a:r>
            <a:r>
              <a:rPr lang="en-US" dirty="0" err="1"/>
              <a:t>atribut</a:t>
            </a:r>
            <a:r>
              <a:rPr lang="en-US" dirty="0"/>
              <a:t> </a:t>
            </a:r>
            <a:r>
              <a:rPr lang="en-US" dirty="0" err="1"/>
              <a:t>dengan</a:t>
            </a:r>
            <a:r>
              <a:rPr lang="en-US" dirty="0"/>
              <a:t> </a:t>
            </a:r>
            <a:r>
              <a:rPr lang="en-US" dirty="0" err="1"/>
              <a:t>entitas</a:t>
            </a:r>
            <a:r>
              <a:rPr lang="en-US" dirty="0"/>
              <a:t> yang lain </a:t>
            </a:r>
            <a:r>
              <a:rPr lang="en-US" dirty="0" err="1"/>
              <a:t>dalam</a:t>
            </a:r>
            <a:r>
              <a:rPr lang="en-US" dirty="0"/>
              <a:t> </a:t>
            </a:r>
            <a:r>
              <a:rPr lang="en-US" dirty="0" err="1"/>
              <a:t>suatu</a:t>
            </a:r>
            <a:r>
              <a:rPr lang="en-US" dirty="0"/>
              <a:t> </a:t>
            </a:r>
            <a:r>
              <a:rPr lang="en-US" dirty="0" err="1"/>
              <a:t>sistem</a:t>
            </a:r>
            <a:r>
              <a:rPr lang="en-US" dirty="0"/>
              <a:t> yang </a:t>
            </a:r>
            <a:r>
              <a:rPr lang="en-US" dirty="0" err="1"/>
              <a:t>terintegrasi</a:t>
            </a:r>
            <a:r>
              <a:rPr lang="en-US" dirty="0"/>
              <a:t>. </a:t>
            </a:r>
            <a:r>
              <a:rPr lang="en-US" dirty="0" err="1"/>
              <a:t>Adapun</a:t>
            </a:r>
            <a:r>
              <a:rPr lang="en-US" dirty="0"/>
              <a:t> </a:t>
            </a:r>
            <a:r>
              <a:rPr lang="en-US" dirty="0" err="1"/>
              <a:t>desain</a:t>
            </a:r>
            <a:r>
              <a:rPr lang="en-US" dirty="0"/>
              <a:t> </a:t>
            </a:r>
            <a:r>
              <a:rPr lang="en-US" dirty="0" err="1"/>
              <a:t>dari</a:t>
            </a:r>
            <a:r>
              <a:rPr lang="en-US" dirty="0"/>
              <a:t> ERD </a:t>
            </a:r>
            <a:r>
              <a:rPr lang="en-US" i="1" dirty="0"/>
              <a:t>e-marketplace</a:t>
            </a:r>
            <a:r>
              <a:rPr lang="en-US" dirty="0"/>
              <a:t> UMKM  </a:t>
            </a:r>
            <a:r>
              <a:rPr lang="en-US" dirty="0" err="1"/>
              <a:t>adalah</a:t>
            </a:r>
            <a:r>
              <a:rPr lang="en-US" dirty="0"/>
              <a:t> </a:t>
            </a:r>
            <a:r>
              <a:rPr lang="en-US" dirty="0" err="1"/>
              <a:t>sebagai</a:t>
            </a:r>
            <a:r>
              <a:rPr lang="en-US" dirty="0"/>
              <a:t> </a:t>
            </a:r>
            <a:r>
              <a:rPr lang="en-US" dirty="0" err="1"/>
              <a:t>berikut</a:t>
            </a:r>
            <a:r>
              <a:rPr lang="en-US" dirty="0"/>
              <a:t> :</a:t>
            </a:r>
            <a:endParaRPr lang="en-US" sz="1200" dirty="0"/>
          </a:p>
          <a:p>
            <a:pPr algn="just"/>
            <a:r>
              <a:rPr lang="en-US" b="1" dirty="0"/>
              <a:t> </a:t>
            </a:r>
            <a:endParaRPr lang="en-US" sz="1200" dirty="0"/>
          </a:p>
          <a:p>
            <a:pPr algn="just"/>
            <a:r>
              <a:rPr lang="en-US" b="1" dirty="0"/>
              <a:t> </a:t>
            </a:r>
            <a:endParaRPr lang="en-US" sz="1200" dirty="0"/>
          </a:p>
          <a:p>
            <a:pPr algn="just"/>
            <a:r>
              <a:rPr lang="en-US" b="1" dirty="0"/>
              <a:t> </a:t>
            </a:r>
            <a:endParaRPr lang="en-US" sz="1200" dirty="0"/>
          </a:p>
        </p:txBody>
      </p:sp>
    </p:spTree>
    <p:extLst>
      <p:ext uri="{BB962C8B-B14F-4D97-AF65-F5344CB8AC3E}">
        <p14:creationId xmlns:p14="http://schemas.microsoft.com/office/powerpoint/2010/main" val="3052537157"/>
      </p:ext>
    </p:extLst>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285750"/>
            <a:ext cx="7010399" cy="3962400"/>
          </a:xfrm>
          <a:prstGeom prst="rect">
            <a:avLst/>
          </a:prstGeom>
          <a:noFill/>
          <a:ln>
            <a:noFill/>
          </a:ln>
        </p:spPr>
      </p:pic>
      <p:sp>
        <p:nvSpPr>
          <p:cNvPr id="7" name="Rectangle 6"/>
          <p:cNvSpPr/>
          <p:nvPr/>
        </p:nvSpPr>
        <p:spPr>
          <a:xfrm>
            <a:off x="3200400" y="4400550"/>
            <a:ext cx="4572000" cy="430887"/>
          </a:xfrm>
          <a:prstGeom prst="rect">
            <a:avLst/>
          </a:prstGeom>
        </p:spPr>
        <p:txBody>
          <a:bodyPr>
            <a:spAutoFit/>
          </a:bodyPr>
          <a:lstStyle/>
          <a:p>
            <a:pPr algn="ctr"/>
            <a:r>
              <a:rPr lang="id-ID" sz="1100" b="1" dirty="0"/>
              <a:t>Gambar 4. 9</a:t>
            </a:r>
            <a:r>
              <a:rPr lang="en-US" sz="1100" b="1" dirty="0"/>
              <a:t> ERD (</a:t>
            </a:r>
            <a:r>
              <a:rPr lang="en-US" sz="1100" b="1" i="1" dirty="0"/>
              <a:t>Entity Relationship Diagram</a:t>
            </a:r>
            <a:r>
              <a:rPr lang="en-US" sz="1100" b="1" dirty="0"/>
              <a:t>) </a:t>
            </a:r>
            <a:r>
              <a:rPr lang="en-US" sz="1100" b="1" i="1" dirty="0"/>
              <a:t>e-marketplace</a:t>
            </a:r>
            <a:endParaRPr lang="en-US" sz="1100" b="1" dirty="0"/>
          </a:p>
          <a:p>
            <a:pPr algn="ctr"/>
            <a:r>
              <a:rPr lang="en-US" sz="1100" b="1" dirty="0"/>
              <a:t>UMKM Kota Padang</a:t>
            </a:r>
          </a:p>
        </p:txBody>
      </p:sp>
    </p:spTree>
    <p:extLst>
      <p:ext uri="{BB962C8B-B14F-4D97-AF65-F5344CB8AC3E}">
        <p14:creationId xmlns:p14="http://schemas.microsoft.com/office/powerpoint/2010/main" val="40214246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6" name="Rectangle 5"/>
          <p:cNvSpPr/>
          <p:nvPr/>
        </p:nvSpPr>
        <p:spPr>
          <a:xfrm>
            <a:off x="609600" y="209550"/>
            <a:ext cx="4572000" cy="2862322"/>
          </a:xfrm>
          <a:prstGeom prst="rect">
            <a:avLst/>
          </a:prstGeom>
        </p:spPr>
        <p:txBody>
          <a:bodyPr>
            <a:spAutoFit/>
          </a:bodyPr>
          <a:lstStyle/>
          <a:p>
            <a:pPr lvl="1" algn="just"/>
            <a:r>
              <a:rPr lang="en-US" b="1" dirty="0" smtClean="0"/>
              <a:t>4.9 </a:t>
            </a:r>
            <a:r>
              <a:rPr lang="en-US" b="1" dirty="0" err="1" smtClean="0"/>
              <a:t>Desain</a:t>
            </a:r>
            <a:r>
              <a:rPr lang="en-US" b="1" dirty="0" smtClean="0"/>
              <a:t> </a:t>
            </a:r>
            <a:r>
              <a:rPr lang="en-US" b="1" dirty="0"/>
              <a:t>Output</a:t>
            </a:r>
          </a:p>
          <a:p>
            <a:pPr algn="just"/>
            <a:r>
              <a:rPr lang="en-US" dirty="0"/>
              <a:t>         </a:t>
            </a:r>
            <a:r>
              <a:rPr lang="en-US" dirty="0" err="1"/>
              <a:t>Desain</a:t>
            </a:r>
            <a:r>
              <a:rPr lang="en-US" dirty="0"/>
              <a:t> output </a:t>
            </a:r>
            <a:r>
              <a:rPr lang="en-US" dirty="0" err="1"/>
              <a:t>merupakan</a:t>
            </a:r>
            <a:r>
              <a:rPr lang="en-US" dirty="0"/>
              <a:t> </a:t>
            </a:r>
            <a:r>
              <a:rPr lang="en-US" dirty="0" err="1"/>
              <a:t>hasil</a:t>
            </a:r>
            <a:r>
              <a:rPr lang="en-US" dirty="0"/>
              <a:t> </a:t>
            </a:r>
            <a:r>
              <a:rPr lang="en-US" dirty="0" err="1"/>
              <a:t>dari</a:t>
            </a:r>
            <a:r>
              <a:rPr lang="en-US" dirty="0"/>
              <a:t>  </a:t>
            </a:r>
            <a:r>
              <a:rPr lang="en-US" dirty="0" err="1"/>
              <a:t>sistem</a:t>
            </a:r>
            <a:r>
              <a:rPr lang="en-US" dirty="0"/>
              <a:t> yang </a:t>
            </a:r>
            <a:r>
              <a:rPr lang="en-US" dirty="0" err="1"/>
              <a:t>diinginkan</a:t>
            </a:r>
            <a:r>
              <a:rPr lang="en-US" dirty="0"/>
              <a:t> </a:t>
            </a:r>
            <a:r>
              <a:rPr lang="en-US" dirty="0" err="1"/>
              <a:t>oleh</a:t>
            </a:r>
            <a:r>
              <a:rPr lang="en-US" dirty="0"/>
              <a:t> </a:t>
            </a:r>
            <a:r>
              <a:rPr lang="en-US" i="1" dirty="0"/>
              <a:t>user</a:t>
            </a:r>
            <a:r>
              <a:rPr lang="en-US" dirty="0"/>
              <a:t> </a:t>
            </a:r>
            <a:r>
              <a:rPr lang="en-US" dirty="0" err="1"/>
              <a:t>atau</a:t>
            </a:r>
            <a:r>
              <a:rPr lang="en-US" dirty="0"/>
              <a:t> </a:t>
            </a:r>
            <a:r>
              <a:rPr lang="en-US" dirty="0" err="1"/>
              <a:t>pemakai</a:t>
            </a:r>
            <a:r>
              <a:rPr lang="en-US" dirty="0"/>
              <a:t> .  </a:t>
            </a:r>
            <a:r>
              <a:rPr lang="en-US" dirty="0" err="1"/>
              <a:t>Desain</a:t>
            </a:r>
            <a:r>
              <a:rPr lang="en-US" dirty="0"/>
              <a:t> </a:t>
            </a:r>
            <a:r>
              <a:rPr lang="en-US" i="1" dirty="0"/>
              <a:t>output</a:t>
            </a:r>
            <a:r>
              <a:rPr lang="en-US" dirty="0"/>
              <a:t> </a:t>
            </a:r>
            <a:r>
              <a:rPr lang="en-US" dirty="0" err="1"/>
              <a:t>juga</a:t>
            </a:r>
            <a:r>
              <a:rPr lang="en-US" dirty="0"/>
              <a:t> </a:t>
            </a:r>
            <a:r>
              <a:rPr lang="en-US" dirty="0" err="1"/>
              <a:t>merupakan</a:t>
            </a:r>
            <a:r>
              <a:rPr lang="en-US" dirty="0"/>
              <a:t> </a:t>
            </a:r>
            <a:r>
              <a:rPr lang="en-US" dirty="0" err="1"/>
              <a:t>bentuk</a:t>
            </a:r>
            <a:r>
              <a:rPr lang="en-US" dirty="0"/>
              <a:t> </a:t>
            </a:r>
            <a:r>
              <a:rPr lang="en-US" dirty="0" err="1"/>
              <a:t>laporan</a:t>
            </a:r>
            <a:r>
              <a:rPr lang="en-US" dirty="0"/>
              <a:t> </a:t>
            </a:r>
            <a:r>
              <a:rPr lang="en-US" dirty="0" err="1"/>
              <a:t>dari</a:t>
            </a:r>
            <a:r>
              <a:rPr lang="en-US" dirty="0"/>
              <a:t> system yang </a:t>
            </a:r>
            <a:r>
              <a:rPr lang="en-US" dirty="0" err="1"/>
              <a:t>dirancang</a:t>
            </a:r>
            <a:r>
              <a:rPr lang="en-US" dirty="0"/>
              <a:t> </a:t>
            </a:r>
            <a:r>
              <a:rPr lang="en-US" dirty="0" err="1"/>
              <a:t>sedemikian</a:t>
            </a:r>
            <a:r>
              <a:rPr lang="en-US" dirty="0"/>
              <a:t> </a:t>
            </a:r>
            <a:r>
              <a:rPr lang="en-US" dirty="0" err="1"/>
              <a:t>rupa.Desain</a:t>
            </a:r>
            <a:r>
              <a:rPr lang="en-US" dirty="0"/>
              <a:t> </a:t>
            </a:r>
            <a:r>
              <a:rPr lang="en-US" i="1" dirty="0"/>
              <a:t>output</a:t>
            </a:r>
            <a:r>
              <a:rPr lang="en-US" dirty="0"/>
              <a:t> </a:t>
            </a:r>
            <a:r>
              <a:rPr lang="en-US" dirty="0" err="1"/>
              <a:t>hanya</a:t>
            </a:r>
            <a:r>
              <a:rPr lang="en-US" dirty="0"/>
              <a:t> </a:t>
            </a:r>
            <a:r>
              <a:rPr lang="en-US" dirty="0" err="1"/>
              <a:t>dapat</a:t>
            </a:r>
            <a:r>
              <a:rPr lang="en-US" dirty="0"/>
              <a:t> di </a:t>
            </a:r>
            <a:r>
              <a:rPr lang="en-US" dirty="0" err="1"/>
              <a:t>akses</a:t>
            </a:r>
            <a:r>
              <a:rPr lang="en-US" dirty="0"/>
              <a:t> </a:t>
            </a:r>
            <a:r>
              <a:rPr lang="en-US" dirty="0" err="1"/>
              <a:t>oleh</a:t>
            </a:r>
            <a:r>
              <a:rPr lang="en-US" dirty="0"/>
              <a:t> </a:t>
            </a:r>
            <a:r>
              <a:rPr lang="en-US" dirty="0" err="1"/>
              <a:t>admin.Adapun</a:t>
            </a:r>
            <a:r>
              <a:rPr lang="en-US" dirty="0"/>
              <a:t> </a:t>
            </a:r>
            <a:r>
              <a:rPr lang="en-US" dirty="0" err="1"/>
              <a:t>bentuk</a:t>
            </a:r>
            <a:r>
              <a:rPr lang="en-US" dirty="0"/>
              <a:t> </a:t>
            </a:r>
            <a:r>
              <a:rPr lang="en-US" dirty="0" err="1"/>
              <a:t>dari</a:t>
            </a:r>
            <a:r>
              <a:rPr lang="en-US" dirty="0"/>
              <a:t> </a:t>
            </a:r>
            <a:r>
              <a:rPr lang="en-US" dirty="0" err="1"/>
              <a:t>desain</a:t>
            </a:r>
            <a:r>
              <a:rPr lang="en-US" dirty="0"/>
              <a:t> </a:t>
            </a:r>
            <a:r>
              <a:rPr lang="en-US" i="1" dirty="0"/>
              <a:t>output</a:t>
            </a:r>
            <a:r>
              <a:rPr lang="en-US" dirty="0"/>
              <a:t> </a:t>
            </a:r>
            <a:r>
              <a:rPr lang="en-US" dirty="0" err="1"/>
              <a:t>tersebut</a:t>
            </a:r>
            <a:r>
              <a:rPr lang="en-US" dirty="0"/>
              <a:t> </a:t>
            </a:r>
            <a:r>
              <a:rPr lang="en-US" dirty="0" err="1"/>
              <a:t>adalah</a:t>
            </a:r>
            <a:r>
              <a:rPr lang="en-US" dirty="0"/>
              <a:t> </a:t>
            </a:r>
            <a:r>
              <a:rPr lang="en-US" dirty="0" err="1"/>
              <a:t>sebagai</a:t>
            </a:r>
            <a:r>
              <a:rPr lang="en-US" dirty="0"/>
              <a:t> </a:t>
            </a:r>
            <a:r>
              <a:rPr lang="en-US" dirty="0" err="1"/>
              <a:t>berikut</a:t>
            </a:r>
            <a:r>
              <a:rPr lang="en-US" dirty="0"/>
              <a:t> </a:t>
            </a:r>
            <a:r>
              <a:rPr lang="en-US" dirty="0" smtClean="0"/>
              <a:t>:</a:t>
            </a:r>
          </a:p>
          <a:p>
            <a:pPr algn="just"/>
            <a:endParaRPr lang="en-US" sz="1200" dirty="0"/>
          </a:p>
          <a:p>
            <a:pPr lvl="0" algn="just"/>
            <a:r>
              <a:rPr lang="en-US" b="1" dirty="0" smtClean="0"/>
              <a:t>A. Data </a:t>
            </a:r>
            <a:r>
              <a:rPr lang="en-US" b="1" dirty="0" err="1"/>
              <a:t>hasil</a:t>
            </a:r>
            <a:r>
              <a:rPr lang="en-US" b="1" dirty="0"/>
              <a:t> </a:t>
            </a:r>
            <a:r>
              <a:rPr lang="en-US" b="1" dirty="0" err="1"/>
              <a:t>penjualan</a:t>
            </a:r>
            <a:endParaRPr lang="en-US" sz="1200" dirty="0"/>
          </a:p>
          <a:p>
            <a:pPr algn="just"/>
            <a:r>
              <a:rPr lang="en-US" dirty="0" err="1"/>
              <a:t>Gambar</a:t>
            </a:r>
            <a:r>
              <a:rPr lang="en-US" dirty="0"/>
              <a:t> di </a:t>
            </a:r>
            <a:r>
              <a:rPr lang="en-US" dirty="0" err="1"/>
              <a:t>bawah</a:t>
            </a:r>
            <a:r>
              <a:rPr lang="en-US" dirty="0"/>
              <a:t> </a:t>
            </a:r>
            <a:r>
              <a:rPr lang="en-US" dirty="0" err="1"/>
              <a:t>menunjukan</a:t>
            </a:r>
            <a:r>
              <a:rPr lang="en-US" dirty="0"/>
              <a:t> </a:t>
            </a:r>
            <a:r>
              <a:rPr lang="en-US" dirty="0" err="1"/>
              <a:t>tentang</a:t>
            </a:r>
            <a:r>
              <a:rPr lang="en-US" dirty="0"/>
              <a:t> output data </a:t>
            </a:r>
            <a:r>
              <a:rPr lang="en-US" dirty="0" err="1"/>
              <a:t>penjualan</a:t>
            </a:r>
            <a:r>
              <a:rPr lang="en-US" dirty="0"/>
              <a:t> ,</a:t>
            </a:r>
            <a:r>
              <a:rPr lang="en-US" dirty="0" err="1"/>
              <a:t>oleh</a:t>
            </a:r>
            <a:r>
              <a:rPr lang="en-US" dirty="0"/>
              <a:t> </a:t>
            </a:r>
            <a:r>
              <a:rPr lang="en-US" dirty="0" err="1"/>
              <a:t>penjual</a:t>
            </a:r>
            <a:r>
              <a:rPr lang="en-US" dirty="0"/>
              <a:t> UMKM </a:t>
            </a:r>
            <a:r>
              <a:rPr lang="en-US" dirty="0" err="1"/>
              <a:t>dari</a:t>
            </a:r>
            <a:r>
              <a:rPr lang="en-US" dirty="0"/>
              <a:t> </a:t>
            </a:r>
            <a:r>
              <a:rPr lang="en-US" dirty="0" err="1"/>
              <a:t>rentang</a:t>
            </a:r>
            <a:r>
              <a:rPr lang="en-US" dirty="0"/>
              <a:t> </a:t>
            </a:r>
            <a:r>
              <a:rPr lang="en-US" dirty="0" err="1"/>
              <a:t>awal</a:t>
            </a:r>
            <a:r>
              <a:rPr lang="en-US" dirty="0"/>
              <a:t> </a:t>
            </a:r>
            <a:r>
              <a:rPr lang="en-US" dirty="0" err="1"/>
              <a:t>dan</a:t>
            </a:r>
            <a:r>
              <a:rPr lang="en-US" dirty="0"/>
              <a:t> </a:t>
            </a:r>
            <a:r>
              <a:rPr lang="en-US" dirty="0" err="1"/>
              <a:t>akhir</a:t>
            </a:r>
            <a:r>
              <a:rPr lang="en-US" dirty="0"/>
              <a:t> </a:t>
            </a:r>
            <a:r>
              <a:rPr lang="en-US" dirty="0" err="1"/>
              <a:t>rentang</a:t>
            </a:r>
            <a:r>
              <a:rPr lang="en-US" dirty="0"/>
              <a:t> </a:t>
            </a:r>
            <a:r>
              <a:rPr lang="en-US" dirty="0" err="1"/>
              <a:t>waktu</a:t>
            </a:r>
            <a:r>
              <a:rPr lang="en-US" dirty="0"/>
              <a:t> </a:t>
            </a:r>
            <a:r>
              <a:rPr lang="en-US" dirty="0" err="1"/>
              <a:t>penjualan</a:t>
            </a:r>
            <a:r>
              <a:rPr lang="en-US" dirty="0"/>
              <a:t>.</a:t>
            </a:r>
            <a:endParaRPr lang="en-US" sz="1200" dirty="0"/>
          </a:p>
          <a:p>
            <a:pPr algn="just"/>
            <a:r>
              <a:rPr lang="en-US" dirty="0"/>
              <a:t> </a:t>
            </a:r>
            <a:endParaRPr lang="en-US" sz="1200" dirty="0"/>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5410200" y="514350"/>
            <a:ext cx="3382010" cy="1383030"/>
          </a:xfrm>
          <a:prstGeom prst="rect">
            <a:avLst/>
          </a:prstGeom>
          <a:noFill/>
          <a:ln>
            <a:noFill/>
          </a:ln>
        </p:spPr>
      </p:pic>
      <p:sp>
        <p:nvSpPr>
          <p:cNvPr id="8" name="Rectangle 7"/>
          <p:cNvSpPr/>
          <p:nvPr/>
        </p:nvSpPr>
        <p:spPr>
          <a:xfrm>
            <a:off x="5572581" y="2263973"/>
            <a:ext cx="3057247" cy="261610"/>
          </a:xfrm>
          <a:prstGeom prst="rect">
            <a:avLst/>
          </a:prstGeom>
        </p:spPr>
        <p:txBody>
          <a:bodyPr wrap="none">
            <a:spAutoFit/>
          </a:bodyPr>
          <a:lstStyle/>
          <a:p>
            <a:r>
              <a:rPr lang="id-ID" sz="1100" b="1" dirty="0"/>
              <a:t>Gambar 4. 10</a:t>
            </a:r>
            <a:r>
              <a:rPr lang="en-US" sz="1100" b="1" dirty="0"/>
              <a:t> Data </a:t>
            </a:r>
            <a:r>
              <a:rPr lang="en-US" sz="1100" b="1" dirty="0" err="1"/>
              <a:t>Hasil</a:t>
            </a:r>
            <a:r>
              <a:rPr lang="en-US" sz="1100" b="1" dirty="0"/>
              <a:t> </a:t>
            </a:r>
            <a:r>
              <a:rPr lang="en-US" sz="1100" b="1" dirty="0" err="1"/>
              <a:t>Penjualan</a:t>
            </a:r>
            <a:r>
              <a:rPr lang="en-US" sz="1100" b="1" dirty="0"/>
              <a:t> </a:t>
            </a:r>
            <a:r>
              <a:rPr lang="en-US" sz="1100" b="1" dirty="0" err="1"/>
              <a:t>Pertoko</a:t>
            </a:r>
            <a:endParaRPr lang="en-US" sz="1100" b="1" dirty="0"/>
          </a:p>
        </p:txBody>
      </p:sp>
    </p:spTree>
    <p:extLst>
      <p:ext uri="{BB962C8B-B14F-4D97-AF65-F5344CB8AC3E}">
        <p14:creationId xmlns:p14="http://schemas.microsoft.com/office/powerpoint/2010/main" val="5773452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
        <p:nvSpPr>
          <p:cNvPr id="7" name="TextBox 6"/>
          <p:cNvSpPr txBox="1"/>
          <p:nvPr/>
        </p:nvSpPr>
        <p:spPr>
          <a:xfrm>
            <a:off x="2362200" y="1809750"/>
            <a:ext cx="184731" cy="307777"/>
          </a:xfrm>
          <a:prstGeom prst="rect">
            <a:avLst/>
          </a:prstGeom>
          <a:noFill/>
        </p:spPr>
        <p:txBody>
          <a:bodyPr wrap="none" rtlCol="0">
            <a:spAutoFit/>
          </a:bodyPr>
          <a:lstStyle/>
          <a:p>
            <a:endParaRPr lang="en-US" dirty="0"/>
          </a:p>
        </p:txBody>
      </p:sp>
      <p:sp>
        <p:nvSpPr>
          <p:cNvPr id="8" name="Rectangle 5"/>
          <p:cNvSpPr>
            <a:spLocks noChangeArrowheads="1"/>
          </p:cNvSpPr>
          <p:nvPr/>
        </p:nvSpPr>
        <p:spPr bwMode="auto">
          <a:xfrm>
            <a:off x="152400" y="438150"/>
            <a:ext cx="38100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tabLst>
                <a:tab pos="269875" algn="l"/>
                <a:tab pos="809625" algn="l"/>
                <a:tab pos="1260475" algn="l"/>
              </a:tabLst>
            </a:pPr>
            <a:r>
              <a:rPr kumimoji="0" lang="en-US" sz="1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 Data </a:t>
            </a:r>
            <a:r>
              <a:rPr kumimoji="0" lang="en-US" sz="12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Produk</a:t>
            </a:r>
            <a:r>
              <a:rPr kumimoji="0" lang="en-US" sz="1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269875" algn="l"/>
                <a:tab pos="809625" algn="l"/>
                <a:tab pos="1260475" algn="l"/>
              </a:tabLst>
            </a:pP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Gambar</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di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bawah</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menunjukan</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tentang</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output data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produk</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UMKM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oleh</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penjual</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umkm</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dari</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rentang</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awal</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dan</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akhir</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rentang</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waktu</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penjualan</a:t>
            </a:r>
            <a:r>
              <a:rPr kumimoji="0" lang="en-US"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269875" algn="l"/>
                <a:tab pos="809625" algn="l"/>
                <a:tab pos="1260475" algn="l"/>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12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992148"/>
            <a:ext cx="4946650" cy="159861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p:cNvSpPr>
            <a:spLocks noChangeArrowheads="1"/>
          </p:cNvSpPr>
          <p:nvPr/>
        </p:nvSpPr>
        <p:spPr bwMode="auto">
          <a:xfrm>
            <a:off x="4724400" y="3105150"/>
            <a:ext cx="4191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260475" algn="just" defTabSz="914400" rtl="0" eaLnBrk="1" fontAlgn="base" latinLnBrk="0" hangingPunct="1">
              <a:lnSpc>
                <a:spcPct val="100000"/>
              </a:lnSpc>
              <a:spcBef>
                <a:spcPct val="0"/>
              </a:spcBef>
              <a:spcAft>
                <a:spcPct val="0"/>
              </a:spcAft>
              <a:buClrTx/>
              <a:buSzTx/>
              <a:buFontTx/>
              <a:buNone/>
              <a:tabLst>
                <a:tab pos="90488" algn="l"/>
                <a:tab pos="809625" algn="l"/>
                <a:tab pos="1260475" algn="l"/>
              </a:tabLst>
            </a:pPr>
            <a:r>
              <a:rPr kumimoji="0" lang="id-ID" sz="1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Gambar 4. 11</a:t>
            </a:r>
            <a:r>
              <a:rPr kumimoji="0" lang="en-US" sz="1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Data </a:t>
            </a:r>
            <a:r>
              <a:rPr kumimoji="0" lang="en-US" sz="12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Hasil</a:t>
            </a:r>
            <a:r>
              <a:rPr kumimoji="0" lang="en-US" sz="1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Produk</a:t>
            </a:r>
            <a:r>
              <a:rPr kumimoji="0" lang="en-US" sz="1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en-US" sz="12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Pertoko</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995539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5" name="Rectangle 4"/>
          <p:cNvSpPr/>
          <p:nvPr/>
        </p:nvSpPr>
        <p:spPr>
          <a:xfrm>
            <a:off x="685800" y="438150"/>
            <a:ext cx="7696200" cy="2862322"/>
          </a:xfrm>
          <a:prstGeom prst="rect">
            <a:avLst/>
          </a:prstGeom>
        </p:spPr>
        <p:txBody>
          <a:bodyPr wrap="square">
            <a:spAutoFit/>
          </a:bodyPr>
          <a:lstStyle/>
          <a:p>
            <a:pPr lvl="1" algn="just"/>
            <a:r>
              <a:rPr lang="en-US" b="1" dirty="0" smtClean="0"/>
              <a:t>4.10 </a:t>
            </a:r>
            <a:r>
              <a:rPr lang="en-US" b="1" dirty="0" err="1" smtClean="0"/>
              <a:t>Perancang</a:t>
            </a:r>
            <a:r>
              <a:rPr lang="en-US" b="1" dirty="0" smtClean="0"/>
              <a:t> Input</a:t>
            </a:r>
          </a:p>
          <a:p>
            <a:pPr algn="just"/>
            <a:r>
              <a:rPr lang="en-US" dirty="0"/>
              <a:t> </a:t>
            </a:r>
            <a:r>
              <a:rPr lang="en-US" dirty="0" smtClean="0"/>
              <a:t>             </a:t>
            </a:r>
            <a:r>
              <a:rPr lang="id-ID" dirty="0" smtClean="0"/>
              <a:t>Perancangan input merupakan awal dimulainya suatu proses pengolahan data yang berasal informasi atau data yang berasal sistem data dari yang berkaitan langsung dengan pengolahan. Akurat tidaknya suatu data dari sistem informasi, tidak lepas dari data yang dimasukan, jika data yang dimasukan kurang lengkap, jadi hasilnya pun tidak akan optimal dalam menunjang mengambil keputusan.</a:t>
            </a:r>
            <a:endParaRPr lang="en-US" sz="1200" dirty="0" smtClean="0"/>
          </a:p>
          <a:p>
            <a:pPr algn="just"/>
            <a:r>
              <a:rPr lang="en-US" dirty="0" smtClean="0"/>
              <a:t>             </a:t>
            </a:r>
            <a:r>
              <a:rPr lang="id-ID" dirty="0" smtClean="0"/>
              <a:t>Untuk mencegah ketidakakuratan dari suatu hasil sistem informasi, maka perlu memperhitungkan data apa yang harus di inputkan ke dalam sistem, sehingga hasilnya dapat berguna secara optimal dalam pengambilan keputusan khususnya.</a:t>
            </a:r>
            <a:endParaRPr lang="en-US" dirty="0" smtClean="0"/>
          </a:p>
          <a:p>
            <a:pPr algn="just"/>
            <a:endParaRPr lang="en-US" sz="1200" dirty="0" smtClean="0"/>
          </a:p>
          <a:p>
            <a:pPr lvl="0" algn="just"/>
            <a:r>
              <a:rPr lang="en-US" b="1" dirty="0" smtClean="0"/>
              <a:t>A. </a:t>
            </a:r>
            <a:r>
              <a:rPr lang="en-US" b="1" dirty="0" err="1" smtClean="0"/>
              <a:t>Rancangan</a:t>
            </a:r>
            <a:r>
              <a:rPr lang="en-US" b="1" dirty="0" smtClean="0"/>
              <a:t> </a:t>
            </a:r>
            <a:r>
              <a:rPr lang="en-US" b="1" dirty="0" err="1"/>
              <a:t>Halaman</a:t>
            </a:r>
            <a:r>
              <a:rPr lang="en-US" b="1" dirty="0"/>
              <a:t> </a:t>
            </a:r>
            <a:r>
              <a:rPr lang="en-US" b="1" dirty="0" err="1"/>
              <a:t>Depan</a:t>
            </a:r>
            <a:endParaRPr lang="en-US" sz="1200" dirty="0"/>
          </a:p>
          <a:p>
            <a:pPr algn="just"/>
            <a:r>
              <a:rPr lang="en-US" dirty="0"/>
              <a:t> </a:t>
            </a:r>
            <a:r>
              <a:rPr lang="en-US" dirty="0" smtClean="0"/>
              <a:t>            </a:t>
            </a:r>
            <a:r>
              <a:rPr lang="en-US" dirty="0" err="1" smtClean="0"/>
              <a:t>Desain</a:t>
            </a:r>
            <a:r>
              <a:rPr lang="en-US" dirty="0" smtClean="0"/>
              <a:t> </a:t>
            </a:r>
            <a:r>
              <a:rPr lang="en-US" dirty="0" err="1"/>
              <a:t>halaman</a:t>
            </a:r>
            <a:r>
              <a:rPr lang="en-US" dirty="0"/>
              <a:t> </a:t>
            </a:r>
            <a:r>
              <a:rPr lang="en-US" dirty="0" err="1"/>
              <a:t>depan</a:t>
            </a:r>
            <a:r>
              <a:rPr lang="en-US" dirty="0"/>
              <a:t> </a:t>
            </a:r>
            <a:r>
              <a:rPr lang="en-US" dirty="0" err="1"/>
              <a:t>merupakan</a:t>
            </a:r>
            <a:r>
              <a:rPr lang="en-US" dirty="0"/>
              <a:t> </a:t>
            </a:r>
            <a:r>
              <a:rPr lang="en-US" dirty="0" err="1"/>
              <a:t>halaman</a:t>
            </a:r>
            <a:r>
              <a:rPr lang="en-US" dirty="0"/>
              <a:t> </a:t>
            </a:r>
            <a:r>
              <a:rPr lang="en-US" dirty="0" err="1"/>
              <a:t>pertama</a:t>
            </a:r>
            <a:r>
              <a:rPr lang="en-US" dirty="0"/>
              <a:t> yang </a:t>
            </a:r>
            <a:r>
              <a:rPr lang="en-US" dirty="0" err="1"/>
              <a:t>akan</a:t>
            </a:r>
            <a:r>
              <a:rPr lang="en-US" dirty="0"/>
              <a:t> di </a:t>
            </a:r>
            <a:r>
              <a:rPr lang="en-US" dirty="0" err="1"/>
              <a:t>lihat</a:t>
            </a:r>
            <a:r>
              <a:rPr lang="en-US" dirty="0"/>
              <a:t> </a:t>
            </a:r>
            <a:r>
              <a:rPr lang="en-US" dirty="0" err="1"/>
              <a:t>saat</a:t>
            </a:r>
            <a:r>
              <a:rPr lang="en-US" dirty="0"/>
              <a:t> </a:t>
            </a:r>
            <a:r>
              <a:rPr lang="en-US" dirty="0" err="1"/>
              <a:t>awal</a:t>
            </a:r>
            <a:r>
              <a:rPr lang="en-US" dirty="0"/>
              <a:t> </a:t>
            </a:r>
            <a:r>
              <a:rPr lang="en-US" dirty="0" err="1"/>
              <a:t>membukan</a:t>
            </a:r>
            <a:r>
              <a:rPr lang="en-US" dirty="0"/>
              <a:t> </a:t>
            </a:r>
            <a:r>
              <a:rPr lang="en-US" i="1" dirty="0"/>
              <a:t>website</a:t>
            </a:r>
            <a:r>
              <a:rPr lang="en-US" dirty="0"/>
              <a:t> ,</a:t>
            </a:r>
            <a:r>
              <a:rPr lang="en-US" dirty="0" err="1"/>
              <a:t>halaman</a:t>
            </a:r>
            <a:r>
              <a:rPr lang="en-US" dirty="0"/>
              <a:t> </a:t>
            </a:r>
            <a:r>
              <a:rPr lang="en-US" dirty="0" err="1"/>
              <a:t>depan</a:t>
            </a:r>
            <a:r>
              <a:rPr lang="en-US" dirty="0"/>
              <a:t> </a:t>
            </a:r>
            <a:r>
              <a:rPr lang="en-US" dirty="0" err="1"/>
              <a:t>ini</a:t>
            </a:r>
            <a:r>
              <a:rPr lang="en-US" dirty="0"/>
              <a:t> </a:t>
            </a:r>
            <a:r>
              <a:rPr lang="en-US" dirty="0" err="1"/>
              <a:t>berisi</a:t>
            </a:r>
            <a:r>
              <a:rPr lang="en-US" dirty="0"/>
              <a:t> </a:t>
            </a:r>
            <a:r>
              <a:rPr lang="en-US" dirty="0" err="1"/>
              <a:t>tentang</a:t>
            </a:r>
            <a:r>
              <a:rPr lang="en-US" dirty="0"/>
              <a:t> </a:t>
            </a:r>
            <a:r>
              <a:rPr lang="en-US" dirty="0" err="1"/>
              <a:t>modul</a:t>
            </a:r>
            <a:r>
              <a:rPr lang="en-US" dirty="0"/>
              <a:t> </a:t>
            </a:r>
            <a:r>
              <a:rPr lang="en-US" dirty="0" err="1"/>
              <a:t>antar</a:t>
            </a:r>
            <a:r>
              <a:rPr lang="en-US" dirty="0"/>
              <a:t> </a:t>
            </a:r>
            <a:r>
              <a:rPr lang="en-US" dirty="0" err="1"/>
              <a:t>pembeli</a:t>
            </a:r>
            <a:r>
              <a:rPr lang="en-US" dirty="0"/>
              <a:t> </a:t>
            </a:r>
            <a:r>
              <a:rPr lang="en-US" dirty="0" err="1"/>
              <a:t>dan</a:t>
            </a:r>
            <a:r>
              <a:rPr lang="en-US" dirty="0"/>
              <a:t> </a:t>
            </a:r>
            <a:r>
              <a:rPr lang="en-US" dirty="0" err="1"/>
              <a:t>penjual</a:t>
            </a:r>
            <a:r>
              <a:rPr lang="en-US" dirty="0"/>
              <a:t> UMKM.</a:t>
            </a:r>
            <a:endParaRPr lang="en-US" sz="1200" dirty="0"/>
          </a:p>
        </p:txBody>
      </p:sp>
    </p:spTree>
    <p:extLst>
      <p:ext uri="{BB962C8B-B14F-4D97-AF65-F5344CB8AC3E}">
        <p14:creationId xmlns:p14="http://schemas.microsoft.com/office/powerpoint/2010/main" val="12363670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46213"/>
            <a:ext cx="72390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819400" y="3838487"/>
            <a:ext cx="4251485" cy="307777"/>
          </a:xfrm>
          <a:prstGeom prst="rect">
            <a:avLst/>
          </a:prstGeom>
        </p:spPr>
        <p:txBody>
          <a:bodyPr wrap="none">
            <a:spAutoFit/>
          </a:bodyPr>
          <a:lstStyle/>
          <a:p>
            <a:r>
              <a:rPr lang="id-ID" b="1" dirty="0" smtClean="0"/>
              <a:t>Gambar </a:t>
            </a:r>
            <a:r>
              <a:rPr lang="id-ID" b="1" dirty="0"/>
              <a:t>4. 12</a:t>
            </a:r>
            <a:r>
              <a:rPr lang="en-US" b="1" dirty="0"/>
              <a:t> </a:t>
            </a:r>
            <a:r>
              <a:rPr lang="en-US" b="1" dirty="0" err="1"/>
              <a:t>Desain</a:t>
            </a:r>
            <a:r>
              <a:rPr lang="en-US" b="1" dirty="0"/>
              <a:t> </a:t>
            </a:r>
            <a:r>
              <a:rPr lang="en-US" b="1" dirty="0" err="1"/>
              <a:t>halaman</a:t>
            </a:r>
            <a:r>
              <a:rPr lang="en-US" b="1" dirty="0"/>
              <a:t> home </a:t>
            </a:r>
            <a:r>
              <a:rPr lang="en-US" b="1" dirty="0" err="1"/>
              <a:t>toko</a:t>
            </a:r>
            <a:r>
              <a:rPr lang="en-US" b="1" dirty="0"/>
              <a:t> </a:t>
            </a:r>
            <a:r>
              <a:rPr lang="en-US" b="1" i="1" dirty="0"/>
              <a:t>online</a:t>
            </a:r>
            <a:endParaRPr lang="en-US" b="1" dirty="0"/>
          </a:p>
        </p:txBody>
      </p:sp>
    </p:spTree>
    <p:extLst>
      <p:ext uri="{BB962C8B-B14F-4D97-AF65-F5344CB8AC3E}">
        <p14:creationId xmlns:p14="http://schemas.microsoft.com/office/powerpoint/2010/main" val="3502766596"/>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
        <p:nvSpPr>
          <p:cNvPr id="6" name="Rectangle 5"/>
          <p:cNvSpPr/>
          <p:nvPr/>
        </p:nvSpPr>
        <p:spPr>
          <a:xfrm>
            <a:off x="609600" y="438150"/>
            <a:ext cx="3581400" cy="1384995"/>
          </a:xfrm>
          <a:prstGeom prst="rect">
            <a:avLst/>
          </a:prstGeom>
        </p:spPr>
        <p:txBody>
          <a:bodyPr wrap="square">
            <a:spAutoFit/>
          </a:bodyPr>
          <a:lstStyle/>
          <a:p>
            <a:pPr lvl="0" algn="just"/>
            <a:r>
              <a:rPr lang="en-US" b="1" dirty="0" err="1"/>
              <a:t>Rancangan</a:t>
            </a:r>
            <a:r>
              <a:rPr lang="en-US" b="1" dirty="0"/>
              <a:t> </a:t>
            </a:r>
            <a:r>
              <a:rPr lang="en-US" b="1" dirty="0" err="1"/>
              <a:t>Halaman</a:t>
            </a:r>
            <a:r>
              <a:rPr lang="en-US" b="1" dirty="0"/>
              <a:t> Detail </a:t>
            </a:r>
            <a:r>
              <a:rPr lang="en-US" b="1" dirty="0" err="1"/>
              <a:t>Pemesanan</a:t>
            </a:r>
            <a:endParaRPr lang="en-US" dirty="0"/>
          </a:p>
          <a:p>
            <a:pPr algn="just"/>
            <a:r>
              <a:rPr lang="en-US" dirty="0"/>
              <a:t> </a:t>
            </a:r>
            <a:r>
              <a:rPr lang="en-US" dirty="0" smtClean="0"/>
              <a:t>          </a:t>
            </a:r>
            <a:r>
              <a:rPr lang="en-US" dirty="0" err="1" smtClean="0"/>
              <a:t>Desain</a:t>
            </a:r>
            <a:r>
              <a:rPr lang="en-US" dirty="0" smtClean="0"/>
              <a:t> </a:t>
            </a:r>
            <a:r>
              <a:rPr lang="en-US" dirty="0" err="1"/>
              <a:t>halaman</a:t>
            </a:r>
            <a:r>
              <a:rPr lang="en-US" dirty="0"/>
              <a:t> </a:t>
            </a:r>
            <a:r>
              <a:rPr lang="en-US" dirty="0" err="1"/>
              <a:t>Pemesanan</a:t>
            </a:r>
            <a:r>
              <a:rPr lang="en-US" dirty="0"/>
              <a:t> </a:t>
            </a:r>
            <a:r>
              <a:rPr lang="en-US" dirty="0" err="1"/>
              <a:t>merupakan</a:t>
            </a:r>
            <a:r>
              <a:rPr lang="en-US" dirty="0"/>
              <a:t> </a:t>
            </a:r>
            <a:r>
              <a:rPr lang="en-US" dirty="0" err="1"/>
              <a:t>halaman</a:t>
            </a:r>
            <a:r>
              <a:rPr lang="en-US" dirty="0"/>
              <a:t> </a:t>
            </a:r>
            <a:r>
              <a:rPr lang="en-US" dirty="0" err="1"/>
              <a:t>dimana</a:t>
            </a:r>
            <a:r>
              <a:rPr lang="en-US" dirty="0"/>
              <a:t> </a:t>
            </a:r>
            <a:r>
              <a:rPr lang="en-US" dirty="0" err="1"/>
              <a:t>pembeli</a:t>
            </a:r>
            <a:r>
              <a:rPr lang="en-US" dirty="0"/>
              <a:t> </a:t>
            </a:r>
            <a:r>
              <a:rPr lang="en-US" dirty="0" err="1"/>
              <a:t>melihat</a:t>
            </a:r>
            <a:r>
              <a:rPr lang="en-US" dirty="0"/>
              <a:t> </a:t>
            </a:r>
            <a:r>
              <a:rPr lang="en-US" dirty="0" err="1"/>
              <a:t>jumlah</a:t>
            </a:r>
            <a:r>
              <a:rPr lang="en-US" dirty="0"/>
              <a:t> </a:t>
            </a:r>
            <a:r>
              <a:rPr lang="en-US" dirty="0" err="1"/>
              <a:t>pesanan</a:t>
            </a:r>
            <a:r>
              <a:rPr lang="en-US" dirty="0"/>
              <a:t> yang </a:t>
            </a:r>
            <a:r>
              <a:rPr lang="en-US" dirty="0" err="1"/>
              <a:t>telah</a:t>
            </a:r>
            <a:r>
              <a:rPr lang="en-US" dirty="0"/>
              <a:t> </a:t>
            </a:r>
            <a:r>
              <a:rPr lang="en-US" dirty="0" err="1"/>
              <a:t>beli</a:t>
            </a:r>
            <a:r>
              <a:rPr lang="en-US" dirty="0"/>
              <a:t> </a:t>
            </a:r>
            <a:r>
              <a:rPr lang="en-US" dirty="0" err="1"/>
              <a:t>dan</a:t>
            </a:r>
            <a:r>
              <a:rPr lang="en-US" dirty="0"/>
              <a:t> </a:t>
            </a:r>
            <a:r>
              <a:rPr lang="en-US" dirty="0" err="1"/>
              <a:t>pesanan</a:t>
            </a:r>
            <a:r>
              <a:rPr lang="en-US" dirty="0"/>
              <a:t> yang  </a:t>
            </a:r>
            <a:r>
              <a:rPr lang="en-US" dirty="0" err="1"/>
              <a:t>belum</a:t>
            </a:r>
            <a:r>
              <a:rPr lang="en-US" dirty="0"/>
              <a:t> di </a:t>
            </a:r>
            <a:r>
              <a:rPr lang="en-US" dirty="0" err="1"/>
              <a:t>bayar</a:t>
            </a:r>
            <a:r>
              <a:rPr lang="en-US" dirty="0"/>
              <a:t>.</a:t>
            </a:r>
          </a:p>
          <a:p>
            <a:pPr algn="just"/>
            <a:r>
              <a:rPr lang="en-US" dirty="0"/>
              <a:t> </a:t>
            </a:r>
          </a:p>
        </p:txBody>
      </p:sp>
      <p:sp>
        <p:nvSpPr>
          <p:cNvPr id="7" name="Rectangle 6"/>
          <p:cNvSpPr/>
          <p:nvPr/>
        </p:nvSpPr>
        <p:spPr>
          <a:xfrm>
            <a:off x="4731689" y="4372223"/>
            <a:ext cx="3712876" cy="276999"/>
          </a:xfrm>
          <a:prstGeom prst="rect">
            <a:avLst/>
          </a:prstGeom>
        </p:spPr>
        <p:txBody>
          <a:bodyPr wrap="none">
            <a:spAutoFit/>
          </a:bodyPr>
          <a:lstStyle/>
          <a:p>
            <a:r>
              <a:rPr lang="id-ID" sz="1200" b="1" dirty="0"/>
              <a:t>Gambar 4. 13</a:t>
            </a:r>
            <a:r>
              <a:rPr lang="en-US" sz="1200" b="1" dirty="0"/>
              <a:t> </a:t>
            </a:r>
            <a:r>
              <a:rPr lang="en-US" sz="1200" b="1" dirty="0" err="1"/>
              <a:t>Desain</a:t>
            </a:r>
            <a:r>
              <a:rPr lang="en-US" sz="1200" b="1" dirty="0"/>
              <a:t> </a:t>
            </a:r>
            <a:r>
              <a:rPr lang="en-US" sz="1200" b="1" dirty="0" err="1"/>
              <a:t>Halaman</a:t>
            </a:r>
            <a:r>
              <a:rPr lang="en-US" sz="1200" b="1" dirty="0"/>
              <a:t> detail </a:t>
            </a:r>
            <a:r>
              <a:rPr lang="en-US" sz="1200" b="1" dirty="0" err="1"/>
              <a:t>pemesanan</a:t>
            </a:r>
            <a:endParaRPr lang="en-US" sz="1200" b="1" dirty="0"/>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1" y="166640"/>
            <a:ext cx="4572000" cy="3929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94529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
        <p:nvSpPr>
          <p:cNvPr id="6" name="Rectangle 5"/>
          <p:cNvSpPr/>
          <p:nvPr/>
        </p:nvSpPr>
        <p:spPr>
          <a:xfrm>
            <a:off x="609600" y="590550"/>
            <a:ext cx="4191000" cy="1384995"/>
          </a:xfrm>
          <a:prstGeom prst="rect">
            <a:avLst/>
          </a:prstGeom>
        </p:spPr>
        <p:txBody>
          <a:bodyPr wrap="square">
            <a:spAutoFit/>
          </a:bodyPr>
          <a:lstStyle/>
          <a:p>
            <a:pPr lvl="0" algn="just"/>
            <a:r>
              <a:rPr lang="en-US" b="1" dirty="0" err="1"/>
              <a:t>Rancangan</a:t>
            </a:r>
            <a:r>
              <a:rPr lang="en-US" b="1" dirty="0"/>
              <a:t> Detail </a:t>
            </a:r>
            <a:r>
              <a:rPr lang="en-US" b="1" dirty="0" err="1"/>
              <a:t>Produk</a:t>
            </a:r>
            <a:endParaRPr lang="en-US" dirty="0"/>
          </a:p>
          <a:p>
            <a:pPr algn="just"/>
            <a:r>
              <a:rPr lang="en-US" dirty="0"/>
              <a:t>	</a:t>
            </a:r>
            <a:r>
              <a:rPr lang="en-US" dirty="0" err="1" smtClean="0"/>
              <a:t>Desain</a:t>
            </a:r>
            <a:r>
              <a:rPr lang="en-US" dirty="0" smtClean="0"/>
              <a:t> </a:t>
            </a:r>
            <a:r>
              <a:rPr lang="en-US" dirty="0" err="1"/>
              <a:t>halaman</a:t>
            </a:r>
            <a:r>
              <a:rPr lang="en-US" dirty="0"/>
              <a:t> Detail </a:t>
            </a:r>
            <a:r>
              <a:rPr lang="en-US" dirty="0" err="1"/>
              <a:t>Produk</a:t>
            </a:r>
            <a:r>
              <a:rPr lang="en-US" dirty="0"/>
              <a:t> </a:t>
            </a:r>
            <a:r>
              <a:rPr lang="en-US" dirty="0" err="1"/>
              <a:t>merupakan</a:t>
            </a:r>
            <a:r>
              <a:rPr lang="en-US" dirty="0"/>
              <a:t> </a:t>
            </a:r>
            <a:r>
              <a:rPr lang="en-US" dirty="0" err="1"/>
              <a:t>halaman</a:t>
            </a:r>
            <a:r>
              <a:rPr lang="en-US" dirty="0"/>
              <a:t> detail </a:t>
            </a:r>
            <a:r>
              <a:rPr lang="en-US" dirty="0" err="1"/>
              <a:t>produk</a:t>
            </a:r>
            <a:r>
              <a:rPr lang="en-US" dirty="0"/>
              <a:t> yang </a:t>
            </a:r>
            <a:r>
              <a:rPr lang="en-US" dirty="0" err="1"/>
              <a:t>dapat</a:t>
            </a:r>
            <a:r>
              <a:rPr lang="en-US" dirty="0"/>
              <a:t> di </a:t>
            </a:r>
            <a:r>
              <a:rPr lang="en-US" dirty="0" err="1"/>
              <a:t>lihat</a:t>
            </a:r>
            <a:r>
              <a:rPr lang="en-US" dirty="0"/>
              <a:t> </a:t>
            </a:r>
            <a:r>
              <a:rPr lang="en-US" dirty="0" err="1"/>
              <a:t>pada</a:t>
            </a:r>
            <a:r>
              <a:rPr lang="en-US" dirty="0"/>
              <a:t> </a:t>
            </a:r>
            <a:r>
              <a:rPr lang="en-US" dirty="0" err="1"/>
              <a:t>saat</a:t>
            </a:r>
            <a:r>
              <a:rPr lang="en-US" dirty="0"/>
              <a:t> </a:t>
            </a:r>
            <a:r>
              <a:rPr lang="en-US" dirty="0" err="1"/>
              <a:t>mengklik</a:t>
            </a:r>
            <a:r>
              <a:rPr lang="en-US" dirty="0"/>
              <a:t> item </a:t>
            </a:r>
            <a:r>
              <a:rPr lang="en-US" dirty="0" err="1"/>
              <a:t>produk</a:t>
            </a:r>
            <a:r>
              <a:rPr lang="en-US" dirty="0"/>
              <a:t>  ,</a:t>
            </a:r>
            <a:r>
              <a:rPr lang="en-US" dirty="0" err="1"/>
              <a:t>dimana</a:t>
            </a:r>
            <a:r>
              <a:rPr lang="en-US" dirty="0"/>
              <a:t> </a:t>
            </a:r>
            <a:r>
              <a:rPr lang="en-US" dirty="0" err="1"/>
              <a:t>halaman</a:t>
            </a:r>
            <a:r>
              <a:rPr lang="en-US" dirty="0"/>
              <a:t> </a:t>
            </a:r>
            <a:r>
              <a:rPr lang="en-US" dirty="0" err="1"/>
              <a:t>tentang</a:t>
            </a:r>
            <a:r>
              <a:rPr lang="en-US" dirty="0"/>
              <a:t> detail </a:t>
            </a:r>
            <a:r>
              <a:rPr lang="en-US" dirty="0" err="1"/>
              <a:t>produk</a:t>
            </a:r>
            <a:r>
              <a:rPr lang="en-US" dirty="0"/>
              <a:t> </a:t>
            </a:r>
            <a:r>
              <a:rPr lang="en-US" dirty="0" err="1"/>
              <a:t>ditampilkan</a:t>
            </a:r>
            <a:r>
              <a:rPr lang="en-US" dirty="0"/>
              <a:t> </a:t>
            </a:r>
            <a:r>
              <a:rPr lang="en-US" dirty="0" err="1"/>
              <a:t>secara</a:t>
            </a:r>
            <a:r>
              <a:rPr lang="en-US" dirty="0"/>
              <a:t> detail.</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590550"/>
            <a:ext cx="3962400" cy="3550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4572000" y="4552950"/>
            <a:ext cx="3377848" cy="307777"/>
          </a:xfrm>
          <a:prstGeom prst="rect">
            <a:avLst/>
          </a:prstGeom>
        </p:spPr>
        <p:txBody>
          <a:bodyPr wrap="none">
            <a:spAutoFit/>
          </a:bodyPr>
          <a:lstStyle/>
          <a:p>
            <a:r>
              <a:rPr lang="id-ID" b="1" dirty="0"/>
              <a:t>Gambar 4. 14</a:t>
            </a:r>
            <a:r>
              <a:rPr lang="en-US" b="1" dirty="0"/>
              <a:t> </a:t>
            </a:r>
            <a:r>
              <a:rPr lang="en-US" b="1" dirty="0" err="1"/>
              <a:t>Desain</a:t>
            </a:r>
            <a:r>
              <a:rPr lang="en-US" b="1" dirty="0"/>
              <a:t> </a:t>
            </a:r>
            <a:r>
              <a:rPr lang="en-US" b="1" dirty="0" err="1"/>
              <a:t>halaman</a:t>
            </a:r>
            <a:r>
              <a:rPr lang="en-US" b="1" dirty="0"/>
              <a:t> </a:t>
            </a:r>
            <a:r>
              <a:rPr lang="en-US" b="1" dirty="0" err="1"/>
              <a:t>produk</a:t>
            </a:r>
            <a:endParaRPr lang="en-US" b="1" dirty="0"/>
          </a:p>
        </p:txBody>
      </p:sp>
    </p:spTree>
    <p:extLst>
      <p:ext uri="{BB962C8B-B14F-4D97-AF65-F5344CB8AC3E}">
        <p14:creationId xmlns:p14="http://schemas.microsoft.com/office/powerpoint/2010/main" val="16961011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
        <p:nvSpPr>
          <p:cNvPr id="5" name="Rectangle 4"/>
          <p:cNvSpPr/>
          <p:nvPr/>
        </p:nvSpPr>
        <p:spPr>
          <a:xfrm>
            <a:off x="609600" y="707858"/>
            <a:ext cx="4572000" cy="1169551"/>
          </a:xfrm>
          <a:prstGeom prst="rect">
            <a:avLst/>
          </a:prstGeom>
        </p:spPr>
        <p:txBody>
          <a:bodyPr>
            <a:spAutoFit/>
          </a:bodyPr>
          <a:lstStyle/>
          <a:p>
            <a:pPr lvl="0" algn="just"/>
            <a:r>
              <a:rPr lang="en-US" b="1" dirty="0" err="1"/>
              <a:t>Rancangan</a:t>
            </a:r>
            <a:r>
              <a:rPr lang="en-US" b="1" dirty="0"/>
              <a:t> </a:t>
            </a:r>
            <a:r>
              <a:rPr lang="en-US" b="1" dirty="0" err="1"/>
              <a:t>Halaman</a:t>
            </a:r>
            <a:r>
              <a:rPr lang="en-US" b="1" i="1" dirty="0"/>
              <a:t> </a:t>
            </a:r>
            <a:r>
              <a:rPr lang="en-US" b="1" i="1" dirty="0" err="1"/>
              <a:t>Cek</a:t>
            </a:r>
            <a:r>
              <a:rPr lang="en-US" b="1" i="1" dirty="0"/>
              <a:t>-out</a:t>
            </a:r>
            <a:endParaRPr lang="en-US" dirty="0"/>
          </a:p>
          <a:p>
            <a:pPr algn="just"/>
            <a:r>
              <a:rPr lang="en-US" dirty="0"/>
              <a:t>	</a:t>
            </a:r>
            <a:r>
              <a:rPr lang="en-US" dirty="0" err="1" smtClean="0"/>
              <a:t>Halaman</a:t>
            </a:r>
            <a:r>
              <a:rPr lang="en-US" dirty="0" smtClean="0"/>
              <a:t> </a:t>
            </a:r>
            <a:r>
              <a:rPr lang="en-US" i="1" dirty="0" err="1"/>
              <a:t>cek</a:t>
            </a:r>
            <a:r>
              <a:rPr lang="en-US" i="1" dirty="0"/>
              <a:t>-out</a:t>
            </a:r>
            <a:r>
              <a:rPr lang="en-US" dirty="0"/>
              <a:t> </a:t>
            </a:r>
            <a:r>
              <a:rPr lang="en-US" dirty="0" err="1"/>
              <a:t>adalah</a:t>
            </a:r>
            <a:r>
              <a:rPr lang="en-US" dirty="0"/>
              <a:t> </a:t>
            </a:r>
            <a:r>
              <a:rPr lang="en-US" dirty="0" err="1"/>
              <a:t>sebuah</a:t>
            </a:r>
            <a:r>
              <a:rPr lang="en-US" dirty="0"/>
              <a:t> </a:t>
            </a:r>
            <a:r>
              <a:rPr lang="en-US" dirty="0" err="1"/>
              <a:t>halaman</a:t>
            </a:r>
            <a:r>
              <a:rPr lang="en-US" dirty="0"/>
              <a:t> </a:t>
            </a:r>
            <a:r>
              <a:rPr lang="en-US" dirty="0" err="1"/>
              <a:t>hasil</a:t>
            </a:r>
            <a:r>
              <a:rPr lang="en-US" dirty="0"/>
              <a:t>  </a:t>
            </a:r>
            <a:r>
              <a:rPr lang="en-US" dirty="0" err="1"/>
              <a:t>ahkhir</a:t>
            </a:r>
            <a:r>
              <a:rPr lang="en-US" dirty="0"/>
              <a:t> proses </a:t>
            </a:r>
            <a:r>
              <a:rPr lang="en-US" dirty="0" err="1"/>
              <a:t>transaksi</a:t>
            </a:r>
            <a:r>
              <a:rPr lang="en-US" dirty="0"/>
              <a:t> </a:t>
            </a:r>
            <a:r>
              <a:rPr lang="en-US" dirty="0" err="1"/>
              <a:t>penjual</a:t>
            </a:r>
            <a:r>
              <a:rPr lang="en-US" dirty="0"/>
              <a:t> </a:t>
            </a:r>
            <a:r>
              <a:rPr lang="en-US" dirty="0" err="1"/>
              <a:t>dengan</a:t>
            </a:r>
            <a:r>
              <a:rPr lang="en-US" dirty="0"/>
              <a:t> </a:t>
            </a:r>
            <a:r>
              <a:rPr lang="en-US" dirty="0" err="1"/>
              <a:t>pembeli</a:t>
            </a:r>
            <a:r>
              <a:rPr lang="en-US" dirty="0"/>
              <a:t>  </a:t>
            </a:r>
            <a:r>
              <a:rPr lang="en-US" dirty="0" err="1"/>
              <a:t>dalam</a:t>
            </a:r>
            <a:r>
              <a:rPr lang="en-US" dirty="0"/>
              <a:t> </a:t>
            </a:r>
            <a:r>
              <a:rPr lang="en-US" dirty="0" err="1"/>
              <a:t>pembelian</a:t>
            </a:r>
            <a:r>
              <a:rPr lang="en-US" dirty="0"/>
              <a:t> </a:t>
            </a:r>
            <a:r>
              <a:rPr lang="en-US" dirty="0" err="1"/>
              <a:t>barang</a:t>
            </a:r>
            <a:r>
              <a:rPr lang="en-US" dirty="0"/>
              <a:t> </a:t>
            </a:r>
            <a:r>
              <a:rPr lang="en-US" dirty="0" err="1"/>
              <a:t>oleh</a:t>
            </a:r>
            <a:r>
              <a:rPr lang="en-US" dirty="0"/>
              <a:t> </a:t>
            </a:r>
            <a:r>
              <a:rPr lang="en-US" dirty="0" err="1"/>
              <a:t>pembeli</a:t>
            </a:r>
            <a:r>
              <a:rPr lang="en-US" dirty="0"/>
              <a:t> ,</a:t>
            </a:r>
            <a:r>
              <a:rPr lang="en-US" dirty="0" err="1"/>
              <a:t>dasain</a:t>
            </a:r>
            <a:r>
              <a:rPr lang="en-US" dirty="0"/>
              <a:t> </a:t>
            </a:r>
            <a:r>
              <a:rPr lang="en-US" dirty="0" err="1"/>
              <a:t>halaman</a:t>
            </a:r>
            <a:r>
              <a:rPr lang="en-US" dirty="0"/>
              <a:t> </a:t>
            </a:r>
            <a:r>
              <a:rPr lang="en-US" i="1" dirty="0" err="1"/>
              <a:t>cek</a:t>
            </a:r>
            <a:r>
              <a:rPr lang="en-US" i="1" dirty="0"/>
              <a:t>-out </a:t>
            </a:r>
            <a:r>
              <a:rPr lang="en-US" dirty="0" err="1"/>
              <a:t>dapat</a:t>
            </a:r>
            <a:r>
              <a:rPr lang="en-US" dirty="0"/>
              <a:t> </a:t>
            </a:r>
            <a:r>
              <a:rPr lang="en-US" dirty="0" err="1"/>
              <a:t>dilihat</a:t>
            </a:r>
            <a:r>
              <a:rPr lang="en-US" dirty="0"/>
              <a:t> </a:t>
            </a:r>
            <a:r>
              <a:rPr lang="en-US" dirty="0" err="1"/>
              <a:t>seperti</a:t>
            </a:r>
            <a:r>
              <a:rPr lang="en-US" dirty="0"/>
              <a:t> </a:t>
            </a:r>
            <a:r>
              <a:rPr lang="en-US" dirty="0" err="1"/>
              <a:t>gambar</a:t>
            </a:r>
            <a:r>
              <a:rPr lang="en-US" dirty="0"/>
              <a:t>  </a:t>
            </a:r>
            <a:r>
              <a:rPr lang="en-US" dirty="0" err="1"/>
              <a:t>beri</a:t>
            </a:r>
            <a:endParaRPr lang="en-US"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2621" y="707858"/>
            <a:ext cx="3665483" cy="356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598894" y="4551461"/>
            <a:ext cx="3457998" cy="307777"/>
          </a:xfrm>
          <a:prstGeom prst="rect">
            <a:avLst/>
          </a:prstGeom>
        </p:spPr>
        <p:txBody>
          <a:bodyPr wrap="none">
            <a:spAutoFit/>
          </a:bodyPr>
          <a:lstStyle/>
          <a:p>
            <a:pPr lvl="0"/>
            <a:r>
              <a:rPr lang="id-ID" b="1" dirty="0"/>
              <a:t>Gambar 4. 15</a:t>
            </a:r>
            <a:r>
              <a:rPr lang="en-US" b="1" dirty="0"/>
              <a:t> </a:t>
            </a:r>
            <a:r>
              <a:rPr lang="en-US" b="1" dirty="0" err="1"/>
              <a:t>Desain</a:t>
            </a:r>
            <a:r>
              <a:rPr lang="en-US" b="1" dirty="0"/>
              <a:t> </a:t>
            </a:r>
            <a:r>
              <a:rPr lang="en-US" b="1" dirty="0" err="1"/>
              <a:t>Halaman</a:t>
            </a:r>
            <a:r>
              <a:rPr lang="en-US" b="1" i="1" dirty="0"/>
              <a:t> </a:t>
            </a:r>
            <a:r>
              <a:rPr lang="en-US" b="1" i="1" dirty="0" err="1"/>
              <a:t>Cek</a:t>
            </a:r>
            <a:r>
              <a:rPr lang="en-US" b="1" i="1" dirty="0"/>
              <a:t>-out</a:t>
            </a:r>
            <a:endParaRPr lang="en-US" dirty="0"/>
          </a:p>
        </p:txBody>
      </p:sp>
    </p:spTree>
    <p:extLst>
      <p:ext uri="{BB962C8B-B14F-4D97-AF65-F5344CB8AC3E}">
        <p14:creationId xmlns:p14="http://schemas.microsoft.com/office/powerpoint/2010/main" val="416457532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
        <p:nvSpPr>
          <p:cNvPr id="5" name="Rectangle 4"/>
          <p:cNvSpPr/>
          <p:nvPr/>
        </p:nvSpPr>
        <p:spPr>
          <a:xfrm>
            <a:off x="2259106" y="133350"/>
            <a:ext cx="5132294" cy="4401205"/>
          </a:xfrm>
          <a:prstGeom prst="rect">
            <a:avLst/>
          </a:prstGeom>
        </p:spPr>
        <p:txBody>
          <a:bodyPr wrap="square">
            <a:spAutoFit/>
          </a:bodyPr>
          <a:lstStyle/>
          <a:p>
            <a:pPr algn="ctr"/>
            <a:r>
              <a:rPr lang="id-ID" b="1" dirty="0"/>
              <a:t>BAB V</a:t>
            </a:r>
            <a:endParaRPr lang="en-US" b="1" dirty="0"/>
          </a:p>
          <a:p>
            <a:pPr algn="ctr"/>
            <a:r>
              <a:rPr lang="en-US" b="1" dirty="0"/>
              <a:t>KESIMPULAN DAN SARAN</a:t>
            </a:r>
          </a:p>
          <a:p>
            <a:pPr algn="just"/>
            <a:r>
              <a:rPr lang="en-US" dirty="0"/>
              <a:t> </a:t>
            </a:r>
          </a:p>
          <a:p>
            <a:pPr algn="just"/>
            <a:r>
              <a:rPr lang="id-ID" b="1" dirty="0"/>
              <a:t>5.1. Kesimpulan</a:t>
            </a:r>
            <a:endParaRPr lang="en-US" b="1" dirty="0"/>
          </a:p>
          <a:p>
            <a:pPr algn="just"/>
            <a:r>
              <a:rPr lang="en-US" dirty="0"/>
              <a:t>      </a:t>
            </a:r>
            <a:r>
              <a:rPr lang="en-US" dirty="0" err="1"/>
              <a:t>Berdasarkan</a:t>
            </a:r>
            <a:r>
              <a:rPr lang="en-US" dirty="0"/>
              <a:t> </a:t>
            </a:r>
            <a:r>
              <a:rPr lang="en-US" dirty="0" err="1"/>
              <a:t>analisa</a:t>
            </a:r>
            <a:r>
              <a:rPr lang="en-US" dirty="0"/>
              <a:t> yang </a:t>
            </a:r>
            <a:r>
              <a:rPr lang="en-US" dirty="0" err="1"/>
              <a:t>telah</a:t>
            </a:r>
            <a:r>
              <a:rPr lang="en-US" dirty="0"/>
              <a:t> </a:t>
            </a:r>
            <a:r>
              <a:rPr lang="en-US" dirty="0" err="1"/>
              <a:t>dilakukan</a:t>
            </a:r>
            <a:r>
              <a:rPr lang="en-US" dirty="0"/>
              <a:t> </a:t>
            </a:r>
            <a:r>
              <a:rPr lang="en-US" dirty="0" err="1"/>
              <a:t>pada</a:t>
            </a:r>
            <a:r>
              <a:rPr lang="en-US" dirty="0"/>
              <a:t> </a:t>
            </a:r>
            <a:r>
              <a:rPr lang="en-US" dirty="0" err="1"/>
              <a:t>sistem</a:t>
            </a:r>
            <a:r>
              <a:rPr lang="en-US" dirty="0"/>
              <a:t> </a:t>
            </a:r>
            <a:r>
              <a:rPr lang="en-US" i="1" dirty="0"/>
              <a:t>e-marketplace</a:t>
            </a:r>
            <a:r>
              <a:rPr lang="en-US" dirty="0"/>
              <a:t> UMKM Kota Padang ,</a:t>
            </a:r>
            <a:r>
              <a:rPr lang="en-US" dirty="0" err="1"/>
              <a:t>maka</a:t>
            </a:r>
            <a:r>
              <a:rPr lang="en-US" dirty="0"/>
              <a:t> </a:t>
            </a:r>
            <a:r>
              <a:rPr lang="en-US" dirty="0" err="1"/>
              <a:t>dapat</a:t>
            </a:r>
            <a:r>
              <a:rPr lang="en-US" dirty="0"/>
              <a:t> </a:t>
            </a:r>
            <a:r>
              <a:rPr lang="en-US" dirty="0" err="1"/>
              <a:t>diambil</a:t>
            </a:r>
            <a:r>
              <a:rPr lang="en-US" dirty="0"/>
              <a:t> </a:t>
            </a:r>
            <a:r>
              <a:rPr lang="en-US" dirty="0" err="1"/>
              <a:t>kesimpulan</a:t>
            </a:r>
            <a:r>
              <a:rPr lang="en-US" dirty="0"/>
              <a:t> </a:t>
            </a:r>
            <a:r>
              <a:rPr lang="en-US" dirty="0" err="1"/>
              <a:t>sebagai</a:t>
            </a:r>
            <a:r>
              <a:rPr lang="en-US" dirty="0"/>
              <a:t> </a:t>
            </a:r>
            <a:r>
              <a:rPr lang="en-US" dirty="0" err="1"/>
              <a:t>berikut</a:t>
            </a:r>
            <a:r>
              <a:rPr lang="en-US" dirty="0"/>
              <a:t>:</a:t>
            </a:r>
          </a:p>
          <a:p>
            <a:pPr lvl="0" algn="just"/>
            <a:r>
              <a:rPr lang="en-US" dirty="0" err="1"/>
              <a:t>Pengunaan</a:t>
            </a:r>
            <a:r>
              <a:rPr lang="en-US" dirty="0"/>
              <a:t> </a:t>
            </a:r>
            <a:r>
              <a:rPr lang="en-US" i="1" dirty="0"/>
              <a:t>e-marketplace</a:t>
            </a:r>
            <a:r>
              <a:rPr lang="en-US" dirty="0"/>
              <a:t> UMKM Kota Padang </a:t>
            </a:r>
            <a:r>
              <a:rPr lang="en-US" dirty="0" err="1"/>
              <a:t>sebagai</a:t>
            </a:r>
            <a:r>
              <a:rPr lang="en-US" dirty="0"/>
              <a:t> </a:t>
            </a:r>
            <a:r>
              <a:rPr lang="en-US" dirty="0" err="1"/>
              <a:t>sarana</a:t>
            </a:r>
            <a:r>
              <a:rPr lang="en-US" dirty="0"/>
              <a:t> </a:t>
            </a:r>
            <a:r>
              <a:rPr lang="en-US" dirty="0" err="1"/>
              <a:t>dalam</a:t>
            </a:r>
            <a:r>
              <a:rPr lang="en-US" dirty="0"/>
              <a:t> </a:t>
            </a:r>
            <a:r>
              <a:rPr lang="en-US" dirty="0" err="1"/>
              <a:t>meningkatkan</a:t>
            </a:r>
            <a:r>
              <a:rPr lang="en-US" dirty="0"/>
              <a:t> </a:t>
            </a:r>
            <a:r>
              <a:rPr lang="en-US" dirty="0" err="1"/>
              <a:t>promosi</a:t>
            </a:r>
            <a:r>
              <a:rPr lang="en-US" dirty="0"/>
              <a:t> </a:t>
            </a:r>
            <a:r>
              <a:rPr lang="en-US" dirty="0" err="1"/>
              <a:t>produk</a:t>
            </a:r>
            <a:r>
              <a:rPr lang="en-US" dirty="0"/>
              <a:t> UMKM </a:t>
            </a:r>
            <a:r>
              <a:rPr lang="en-US" dirty="0" err="1"/>
              <a:t>kota</a:t>
            </a:r>
            <a:r>
              <a:rPr lang="en-US" dirty="0"/>
              <a:t> </a:t>
            </a:r>
            <a:r>
              <a:rPr lang="en-US" dirty="0" err="1"/>
              <a:t>padang</a:t>
            </a:r>
            <a:r>
              <a:rPr lang="en-US" dirty="0"/>
              <a:t> , </a:t>
            </a:r>
            <a:r>
              <a:rPr lang="en-US" dirty="0" err="1"/>
              <a:t>Sehingga</a:t>
            </a:r>
            <a:r>
              <a:rPr lang="en-US" dirty="0"/>
              <a:t> </a:t>
            </a:r>
            <a:r>
              <a:rPr lang="en-US" dirty="0" err="1"/>
              <a:t>Masyarakat</a:t>
            </a:r>
            <a:r>
              <a:rPr lang="en-US" dirty="0"/>
              <a:t> yang </a:t>
            </a:r>
            <a:r>
              <a:rPr lang="en-US" dirty="0" err="1"/>
              <a:t>ingin</a:t>
            </a:r>
            <a:r>
              <a:rPr lang="en-US" dirty="0"/>
              <a:t> </a:t>
            </a:r>
            <a:r>
              <a:rPr lang="en-US" dirty="0" err="1"/>
              <a:t>mempromosikan</a:t>
            </a:r>
            <a:r>
              <a:rPr lang="en-US" dirty="0"/>
              <a:t> </a:t>
            </a:r>
            <a:r>
              <a:rPr lang="en-US" dirty="0" err="1"/>
              <a:t>produknya</a:t>
            </a:r>
            <a:r>
              <a:rPr lang="en-US" dirty="0"/>
              <a:t> </a:t>
            </a:r>
            <a:r>
              <a:rPr lang="en-US" dirty="0" err="1"/>
              <a:t>tidak</a:t>
            </a:r>
            <a:r>
              <a:rPr lang="en-US" dirty="0"/>
              <a:t> </a:t>
            </a:r>
            <a:r>
              <a:rPr lang="en-US" dirty="0" err="1"/>
              <a:t>bersusah</a:t>
            </a:r>
            <a:r>
              <a:rPr lang="en-US" dirty="0"/>
              <a:t> </a:t>
            </a:r>
            <a:r>
              <a:rPr lang="en-US" dirty="0" err="1"/>
              <a:t>payah</a:t>
            </a:r>
            <a:r>
              <a:rPr lang="en-US" dirty="0"/>
              <a:t> </a:t>
            </a:r>
            <a:r>
              <a:rPr lang="en-US" dirty="0" err="1"/>
              <a:t>untuk</a:t>
            </a:r>
            <a:r>
              <a:rPr lang="en-US" dirty="0"/>
              <a:t> </a:t>
            </a:r>
            <a:r>
              <a:rPr lang="en-US" dirty="0" err="1"/>
              <a:t>mendapatkan</a:t>
            </a:r>
            <a:r>
              <a:rPr lang="en-US" dirty="0"/>
              <a:t> </a:t>
            </a:r>
            <a:r>
              <a:rPr lang="en-US" dirty="0" err="1"/>
              <a:t>fasilitas</a:t>
            </a:r>
            <a:r>
              <a:rPr lang="en-US" dirty="0"/>
              <a:t> </a:t>
            </a:r>
            <a:r>
              <a:rPr lang="en-US" dirty="0" err="1"/>
              <a:t>promosi</a:t>
            </a:r>
            <a:r>
              <a:rPr lang="en-US" dirty="0"/>
              <a:t>  </a:t>
            </a:r>
            <a:r>
              <a:rPr lang="en-US" dirty="0" err="1"/>
              <a:t>karna</a:t>
            </a:r>
            <a:r>
              <a:rPr lang="en-US" dirty="0"/>
              <a:t> </a:t>
            </a:r>
            <a:r>
              <a:rPr lang="en-US" dirty="0" err="1"/>
              <a:t>sistem</a:t>
            </a:r>
            <a:r>
              <a:rPr lang="en-US" dirty="0"/>
              <a:t> yang </a:t>
            </a:r>
            <a:r>
              <a:rPr lang="en-US" dirty="0" err="1"/>
              <a:t>dirancang</a:t>
            </a:r>
            <a:r>
              <a:rPr lang="en-US" dirty="0"/>
              <a:t> </a:t>
            </a:r>
            <a:r>
              <a:rPr lang="en-US" dirty="0" err="1"/>
              <a:t>khusus</a:t>
            </a:r>
            <a:r>
              <a:rPr lang="en-US" dirty="0"/>
              <a:t> </a:t>
            </a:r>
            <a:r>
              <a:rPr lang="en-US" dirty="0" err="1"/>
              <a:t>untuk</a:t>
            </a:r>
            <a:r>
              <a:rPr lang="en-US" dirty="0"/>
              <a:t> </a:t>
            </a:r>
            <a:r>
              <a:rPr lang="en-US" dirty="0" err="1"/>
              <a:t>memberikan</a:t>
            </a:r>
            <a:r>
              <a:rPr lang="en-US" dirty="0"/>
              <a:t> </a:t>
            </a:r>
            <a:r>
              <a:rPr lang="en-US" dirty="0" err="1"/>
              <a:t>ruang</a:t>
            </a:r>
            <a:r>
              <a:rPr lang="en-US" dirty="0"/>
              <a:t> </a:t>
            </a:r>
            <a:r>
              <a:rPr lang="en-US" dirty="0" err="1"/>
              <a:t>promosi</a:t>
            </a:r>
            <a:r>
              <a:rPr lang="en-US" dirty="0"/>
              <a:t> </a:t>
            </a:r>
            <a:r>
              <a:rPr lang="en-US" dirty="0" err="1"/>
              <a:t>bagi</a:t>
            </a:r>
            <a:r>
              <a:rPr lang="en-US" dirty="0"/>
              <a:t> </a:t>
            </a:r>
            <a:r>
              <a:rPr lang="en-US" dirty="0" err="1"/>
              <a:t>produk</a:t>
            </a:r>
            <a:r>
              <a:rPr lang="en-US" dirty="0"/>
              <a:t> UMKM yang </a:t>
            </a:r>
            <a:r>
              <a:rPr lang="en-US" dirty="0" err="1"/>
              <a:t>ada</a:t>
            </a:r>
            <a:r>
              <a:rPr lang="en-US" dirty="0"/>
              <a:t> di </a:t>
            </a:r>
            <a:r>
              <a:rPr lang="en-US" dirty="0" err="1"/>
              <a:t>kota</a:t>
            </a:r>
            <a:r>
              <a:rPr lang="en-US" dirty="0"/>
              <a:t> </a:t>
            </a:r>
            <a:r>
              <a:rPr lang="en-US" dirty="0" err="1"/>
              <a:t>padang</a:t>
            </a:r>
            <a:r>
              <a:rPr lang="en-US" dirty="0"/>
              <a:t>. </a:t>
            </a:r>
          </a:p>
          <a:p>
            <a:pPr lvl="0" algn="just"/>
            <a:r>
              <a:rPr lang="en-US" dirty="0" err="1"/>
              <a:t>Mempertemukan</a:t>
            </a:r>
            <a:r>
              <a:rPr lang="en-US" dirty="0"/>
              <a:t> </a:t>
            </a:r>
            <a:r>
              <a:rPr lang="en-US" dirty="0" err="1"/>
              <a:t>antara</a:t>
            </a:r>
            <a:r>
              <a:rPr lang="en-US" dirty="0"/>
              <a:t> </a:t>
            </a:r>
            <a:r>
              <a:rPr lang="en-US" dirty="0" err="1"/>
              <a:t>pembeli</a:t>
            </a:r>
            <a:r>
              <a:rPr lang="en-US" dirty="0"/>
              <a:t> </a:t>
            </a:r>
            <a:r>
              <a:rPr lang="en-US" dirty="0" err="1"/>
              <a:t>dan</a:t>
            </a:r>
            <a:r>
              <a:rPr lang="en-US" dirty="0"/>
              <a:t> </a:t>
            </a:r>
            <a:r>
              <a:rPr lang="en-US" dirty="0" err="1"/>
              <a:t>penjual</a:t>
            </a:r>
            <a:r>
              <a:rPr lang="en-US" dirty="0"/>
              <a:t> yang </a:t>
            </a:r>
            <a:r>
              <a:rPr lang="en-US" dirty="0" err="1"/>
              <a:t>akan</a:t>
            </a:r>
            <a:r>
              <a:rPr lang="en-US" dirty="0"/>
              <a:t> </a:t>
            </a:r>
            <a:r>
              <a:rPr lang="en-US" dirty="0" err="1"/>
              <a:t>melakukan</a:t>
            </a:r>
            <a:r>
              <a:rPr lang="en-US" dirty="0"/>
              <a:t> </a:t>
            </a:r>
            <a:r>
              <a:rPr lang="en-US" dirty="0" err="1"/>
              <a:t>transaksi</a:t>
            </a:r>
            <a:r>
              <a:rPr lang="en-US" dirty="0"/>
              <a:t> </a:t>
            </a:r>
            <a:r>
              <a:rPr lang="en-US" dirty="0" err="1"/>
              <a:t>produk</a:t>
            </a:r>
            <a:r>
              <a:rPr lang="en-US" dirty="0"/>
              <a:t> UMKM yang </a:t>
            </a:r>
            <a:r>
              <a:rPr lang="en-US" dirty="0" err="1"/>
              <a:t>ada</a:t>
            </a:r>
            <a:r>
              <a:rPr lang="en-US" dirty="0"/>
              <a:t> di </a:t>
            </a:r>
            <a:r>
              <a:rPr lang="en-US" i="1" dirty="0"/>
              <a:t>e-marketplace</a:t>
            </a:r>
            <a:r>
              <a:rPr lang="en-US" dirty="0"/>
              <a:t> UMKM Kota Padang </a:t>
            </a:r>
            <a:r>
              <a:rPr lang="en-US" dirty="0" err="1"/>
              <a:t>tersebut</a:t>
            </a:r>
            <a:r>
              <a:rPr lang="en-US" dirty="0"/>
              <a:t>.</a:t>
            </a:r>
          </a:p>
          <a:p>
            <a:pPr lvl="0" algn="just"/>
            <a:r>
              <a:rPr lang="en-US" dirty="0" err="1"/>
              <a:t>Aplikasi</a:t>
            </a:r>
            <a:r>
              <a:rPr lang="en-US" dirty="0"/>
              <a:t> yang di </a:t>
            </a:r>
            <a:r>
              <a:rPr lang="en-US" dirty="0" err="1"/>
              <a:t>buat</a:t>
            </a:r>
            <a:r>
              <a:rPr lang="en-US" dirty="0"/>
              <a:t> </a:t>
            </a:r>
            <a:r>
              <a:rPr lang="en-US" dirty="0" err="1"/>
              <a:t>mempermudah</a:t>
            </a:r>
            <a:r>
              <a:rPr lang="en-US" dirty="0"/>
              <a:t> </a:t>
            </a:r>
            <a:r>
              <a:rPr lang="en-US" dirty="0" err="1"/>
              <a:t>dalam</a:t>
            </a:r>
            <a:r>
              <a:rPr lang="en-US" dirty="0"/>
              <a:t> </a:t>
            </a:r>
            <a:r>
              <a:rPr lang="en-US" dirty="0" err="1"/>
              <a:t>laporan</a:t>
            </a:r>
            <a:r>
              <a:rPr lang="en-US" dirty="0"/>
              <a:t> </a:t>
            </a:r>
            <a:r>
              <a:rPr lang="en-US" dirty="0" err="1"/>
              <a:t>penjualan</a:t>
            </a:r>
            <a:r>
              <a:rPr lang="en-US" dirty="0"/>
              <a:t> </a:t>
            </a:r>
            <a:r>
              <a:rPr lang="en-US" dirty="0" err="1"/>
              <a:t>dan</a:t>
            </a:r>
            <a:r>
              <a:rPr lang="en-US" dirty="0"/>
              <a:t> </a:t>
            </a:r>
            <a:r>
              <a:rPr lang="en-US" dirty="0" err="1"/>
              <a:t>kegiatan</a:t>
            </a:r>
            <a:r>
              <a:rPr lang="en-US" dirty="0"/>
              <a:t> </a:t>
            </a:r>
            <a:r>
              <a:rPr lang="en-US" dirty="0" err="1"/>
              <a:t>trasaksi</a:t>
            </a:r>
            <a:r>
              <a:rPr lang="en-US" dirty="0"/>
              <a:t> </a:t>
            </a:r>
            <a:r>
              <a:rPr lang="en-US" dirty="0" err="1"/>
              <a:t>produk</a:t>
            </a:r>
            <a:r>
              <a:rPr lang="en-US" dirty="0"/>
              <a:t> yang di </a:t>
            </a:r>
            <a:r>
              <a:rPr lang="en-US" dirty="0" err="1"/>
              <a:t>jual</a:t>
            </a:r>
            <a:r>
              <a:rPr lang="en-US" dirty="0"/>
              <a:t> </a:t>
            </a:r>
            <a:r>
              <a:rPr lang="en-US" dirty="0" err="1"/>
              <a:t>pada</a:t>
            </a:r>
            <a:r>
              <a:rPr lang="en-US" dirty="0"/>
              <a:t> </a:t>
            </a:r>
            <a:r>
              <a:rPr lang="en-US" i="1" dirty="0"/>
              <a:t>e-marketplace</a:t>
            </a:r>
            <a:r>
              <a:rPr lang="en-US" dirty="0"/>
              <a:t> UMKM Kota Padang.</a:t>
            </a:r>
          </a:p>
        </p:txBody>
      </p:sp>
    </p:spTree>
    <p:extLst>
      <p:ext uri="{BB962C8B-B14F-4D97-AF65-F5344CB8AC3E}">
        <p14:creationId xmlns:p14="http://schemas.microsoft.com/office/powerpoint/2010/main" val="614756623"/>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
        <p:nvSpPr>
          <p:cNvPr id="6" name="Rectangle 5"/>
          <p:cNvSpPr/>
          <p:nvPr/>
        </p:nvSpPr>
        <p:spPr>
          <a:xfrm>
            <a:off x="1903228" y="438150"/>
            <a:ext cx="5562600" cy="1600438"/>
          </a:xfrm>
          <a:prstGeom prst="rect">
            <a:avLst/>
          </a:prstGeom>
        </p:spPr>
        <p:txBody>
          <a:bodyPr wrap="square">
            <a:spAutoFit/>
          </a:bodyPr>
          <a:lstStyle/>
          <a:p>
            <a:r>
              <a:rPr lang="id-ID" b="1" dirty="0"/>
              <a:t>5.2. Saran - Saran		</a:t>
            </a:r>
            <a:endParaRPr lang="en-US" b="1" dirty="0"/>
          </a:p>
          <a:p>
            <a:r>
              <a:rPr lang="en-US" b="1" dirty="0"/>
              <a:t>      </a:t>
            </a:r>
            <a:r>
              <a:rPr lang="en-US" dirty="0" err="1"/>
              <a:t>Setelah</a:t>
            </a:r>
            <a:r>
              <a:rPr lang="en-US" dirty="0"/>
              <a:t> </a:t>
            </a:r>
            <a:r>
              <a:rPr lang="en-US" dirty="0" err="1"/>
              <a:t>beberapa</a:t>
            </a:r>
            <a:r>
              <a:rPr lang="en-US" dirty="0"/>
              <a:t> </a:t>
            </a:r>
            <a:r>
              <a:rPr lang="en-US" dirty="0" err="1"/>
              <a:t>kesimpulan</a:t>
            </a:r>
            <a:r>
              <a:rPr lang="en-US" dirty="0"/>
              <a:t> yang di </a:t>
            </a:r>
            <a:r>
              <a:rPr lang="en-US" dirty="0" err="1"/>
              <a:t>kemukakan</a:t>
            </a:r>
            <a:r>
              <a:rPr lang="en-US" dirty="0"/>
              <a:t> </a:t>
            </a:r>
            <a:r>
              <a:rPr lang="en-US" dirty="0" err="1"/>
              <a:t>oleh</a:t>
            </a:r>
            <a:r>
              <a:rPr lang="en-US" dirty="0"/>
              <a:t> </a:t>
            </a:r>
            <a:r>
              <a:rPr lang="en-US" dirty="0" err="1"/>
              <a:t>penulis</a:t>
            </a:r>
            <a:r>
              <a:rPr lang="en-US" dirty="0"/>
              <a:t> </a:t>
            </a:r>
            <a:r>
              <a:rPr lang="en-US" dirty="0" err="1"/>
              <a:t>terhadap</a:t>
            </a:r>
            <a:r>
              <a:rPr lang="en-US" dirty="0"/>
              <a:t> </a:t>
            </a:r>
            <a:r>
              <a:rPr lang="en-US" dirty="0" err="1"/>
              <a:t>perancangan</a:t>
            </a:r>
            <a:r>
              <a:rPr lang="en-US" dirty="0"/>
              <a:t> </a:t>
            </a:r>
            <a:r>
              <a:rPr lang="en-US" dirty="0" err="1"/>
              <a:t>pada</a:t>
            </a:r>
            <a:r>
              <a:rPr lang="en-US" dirty="0"/>
              <a:t> </a:t>
            </a:r>
            <a:r>
              <a:rPr lang="en-US" dirty="0" err="1"/>
              <a:t>sistem</a:t>
            </a:r>
            <a:r>
              <a:rPr lang="en-US" dirty="0"/>
              <a:t> </a:t>
            </a:r>
            <a:r>
              <a:rPr lang="en-US" dirty="0" err="1"/>
              <a:t>informasi</a:t>
            </a:r>
            <a:r>
              <a:rPr lang="en-US" dirty="0"/>
              <a:t> </a:t>
            </a:r>
            <a:r>
              <a:rPr lang="en-US" i="1" dirty="0"/>
              <a:t>e-marketplace</a:t>
            </a:r>
            <a:r>
              <a:rPr lang="en-US" dirty="0"/>
              <a:t> UMKM Kota </a:t>
            </a:r>
            <a:r>
              <a:rPr lang="en-US" dirty="0" err="1"/>
              <a:t>Padang,ada</a:t>
            </a:r>
            <a:r>
              <a:rPr lang="en-US" dirty="0"/>
              <a:t> </a:t>
            </a:r>
            <a:r>
              <a:rPr lang="en-US" dirty="0" err="1"/>
              <a:t>beberapa</a:t>
            </a:r>
            <a:r>
              <a:rPr lang="en-US" dirty="0"/>
              <a:t> saran </a:t>
            </a:r>
            <a:r>
              <a:rPr lang="en-US" dirty="0" err="1"/>
              <a:t>dan</a:t>
            </a:r>
            <a:r>
              <a:rPr lang="en-US" dirty="0"/>
              <a:t> </a:t>
            </a:r>
            <a:r>
              <a:rPr lang="en-US" dirty="0" err="1"/>
              <a:t>sebaiknya</a:t>
            </a:r>
            <a:r>
              <a:rPr lang="en-US" dirty="0"/>
              <a:t> </a:t>
            </a:r>
            <a:r>
              <a:rPr lang="en-US" dirty="0" err="1"/>
              <a:t>dilakukan</a:t>
            </a:r>
            <a:r>
              <a:rPr lang="en-US" dirty="0"/>
              <a:t> </a:t>
            </a:r>
            <a:r>
              <a:rPr lang="en-US" dirty="0" err="1"/>
              <a:t>oleh</a:t>
            </a:r>
            <a:r>
              <a:rPr lang="en-US" dirty="0"/>
              <a:t> </a:t>
            </a:r>
            <a:r>
              <a:rPr lang="en-US" dirty="0" err="1"/>
              <a:t>pemakai</a:t>
            </a:r>
            <a:r>
              <a:rPr lang="en-US" dirty="0"/>
              <a:t> </a:t>
            </a:r>
            <a:r>
              <a:rPr lang="en-US" dirty="0" err="1"/>
              <a:t>sistem</a:t>
            </a:r>
            <a:r>
              <a:rPr lang="en-US" dirty="0"/>
              <a:t> </a:t>
            </a:r>
            <a:r>
              <a:rPr lang="en-US" dirty="0" err="1"/>
              <a:t>tersebut</a:t>
            </a:r>
            <a:r>
              <a:rPr lang="en-US" dirty="0"/>
              <a:t>. </a:t>
            </a:r>
            <a:r>
              <a:rPr lang="en-US" dirty="0" err="1"/>
              <a:t>Dalam</a:t>
            </a:r>
            <a:r>
              <a:rPr lang="en-US" dirty="0"/>
              <a:t> </a:t>
            </a:r>
            <a:r>
              <a:rPr lang="en-US" dirty="0" err="1"/>
              <a:t>penerapan</a:t>
            </a:r>
            <a:r>
              <a:rPr lang="en-US" dirty="0"/>
              <a:t> </a:t>
            </a:r>
            <a:r>
              <a:rPr lang="en-US" dirty="0" err="1"/>
              <a:t>nantinya</a:t>
            </a:r>
            <a:r>
              <a:rPr lang="en-US" dirty="0"/>
              <a:t> </a:t>
            </a:r>
            <a:r>
              <a:rPr lang="en-US" dirty="0" err="1"/>
              <a:t>tentunya</a:t>
            </a:r>
            <a:r>
              <a:rPr lang="en-US" dirty="0"/>
              <a:t> </a:t>
            </a:r>
            <a:r>
              <a:rPr lang="en-US" dirty="0" err="1"/>
              <a:t>juga</a:t>
            </a:r>
            <a:r>
              <a:rPr lang="en-US" dirty="0"/>
              <a:t> </a:t>
            </a:r>
            <a:r>
              <a:rPr lang="en-US" dirty="0" err="1"/>
              <a:t>dapat</a:t>
            </a:r>
            <a:r>
              <a:rPr lang="en-US" dirty="0"/>
              <a:t> </a:t>
            </a:r>
            <a:r>
              <a:rPr lang="en-US" dirty="0" err="1"/>
              <a:t>menimbulkan</a:t>
            </a:r>
            <a:r>
              <a:rPr lang="en-US" dirty="0"/>
              <a:t> </a:t>
            </a:r>
            <a:r>
              <a:rPr lang="en-US" dirty="0" err="1"/>
              <a:t>beberapa</a:t>
            </a:r>
            <a:r>
              <a:rPr lang="en-US" dirty="0"/>
              <a:t> </a:t>
            </a:r>
            <a:r>
              <a:rPr lang="en-US" dirty="0" err="1"/>
              <a:t>kesulitan</a:t>
            </a:r>
            <a:r>
              <a:rPr lang="en-US" dirty="0"/>
              <a:t> </a:t>
            </a:r>
            <a:r>
              <a:rPr lang="en-US" dirty="0" err="1"/>
              <a:t>kesulitan</a:t>
            </a:r>
            <a:r>
              <a:rPr lang="en-US" dirty="0"/>
              <a:t> yang di </a:t>
            </a:r>
            <a:r>
              <a:rPr lang="en-US" dirty="0" err="1"/>
              <a:t>hadapi</a:t>
            </a:r>
            <a:r>
              <a:rPr lang="en-US" dirty="0"/>
              <a:t>. </a:t>
            </a:r>
            <a:r>
              <a:rPr lang="en-US" dirty="0" err="1"/>
              <a:t>Maka</a:t>
            </a:r>
            <a:r>
              <a:rPr lang="en-US" dirty="0"/>
              <a:t> </a:t>
            </a:r>
            <a:r>
              <a:rPr lang="en-US" dirty="0" err="1"/>
              <a:t>beberapa</a:t>
            </a:r>
            <a:r>
              <a:rPr lang="en-US" dirty="0"/>
              <a:t> saran </a:t>
            </a:r>
            <a:r>
              <a:rPr lang="en-US" dirty="0" err="1"/>
              <a:t>dalam</a:t>
            </a:r>
            <a:r>
              <a:rPr lang="en-US" dirty="0"/>
              <a:t> </a:t>
            </a:r>
            <a:r>
              <a:rPr lang="en-US" dirty="0" err="1"/>
              <a:t>penerapan</a:t>
            </a:r>
            <a:r>
              <a:rPr lang="en-US" dirty="0"/>
              <a:t> </a:t>
            </a:r>
            <a:r>
              <a:rPr lang="en-US" dirty="0" err="1"/>
              <a:t>sistem</a:t>
            </a:r>
            <a:r>
              <a:rPr lang="en-US" dirty="0"/>
              <a:t> yang </a:t>
            </a:r>
            <a:r>
              <a:rPr lang="en-US" dirty="0" err="1"/>
              <a:t>baru</a:t>
            </a:r>
            <a:r>
              <a:rPr lang="en-US" dirty="0"/>
              <a:t> </a:t>
            </a:r>
            <a:r>
              <a:rPr lang="en-US" dirty="0" err="1"/>
              <a:t>adalah</a:t>
            </a:r>
            <a:r>
              <a:rPr lang="en-US" dirty="0"/>
              <a:t>:</a:t>
            </a:r>
          </a:p>
        </p:txBody>
      </p:sp>
    </p:spTree>
    <p:extLst>
      <p:ext uri="{BB962C8B-B14F-4D97-AF65-F5344CB8AC3E}">
        <p14:creationId xmlns:p14="http://schemas.microsoft.com/office/powerpoint/2010/main" val="3580295380"/>
      </p:ext>
    </p:extLst>
  </p:cSld>
  <p:clrMapOvr>
    <a:masterClrMapping/>
  </p:clrMapOvr>
  <p:transition spd="slow">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
        <p:nvSpPr>
          <p:cNvPr id="6" name="Rectangle 5"/>
          <p:cNvSpPr/>
          <p:nvPr/>
        </p:nvSpPr>
        <p:spPr>
          <a:xfrm>
            <a:off x="1752600" y="438150"/>
            <a:ext cx="6553200" cy="3600986"/>
          </a:xfrm>
          <a:prstGeom prst="rect">
            <a:avLst/>
          </a:prstGeom>
        </p:spPr>
        <p:txBody>
          <a:bodyPr wrap="square">
            <a:spAutoFit/>
          </a:bodyPr>
          <a:lstStyle/>
          <a:p>
            <a:pPr marL="342900" lvl="0" indent="-342900">
              <a:buFont typeface="+mj-lt"/>
              <a:buAutoNum type="arabicPeriod"/>
            </a:pPr>
            <a:r>
              <a:rPr lang="en-US" sz="1200" dirty="0" err="1"/>
              <a:t>Dalam</a:t>
            </a:r>
            <a:r>
              <a:rPr lang="en-US" sz="1200" dirty="0"/>
              <a:t> </a:t>
            </a:r>
            <a:r>
              <a:rPr lang="en-US" sz="1200" dirty="0" err="1"/>
              <a:t>penerapan</a:t>
            </a:r>
            <a:r>
              <a:rPr lang="en-US" sz="1200" dirty="0"/>
              <a:t> </a:t>
            </a:r>
            <a:r>
              <a:rPr lang="en-US" sz="1200" dirty="0" err="1"/>
              <a:t>sistem</a:t>
            </a:r>
            <a:r>
              <a:rPr lang="en-US" sz="1200" dirty="0"/>
              <a:t> </a:t>
            </a:r>
            <a:r>
              <a:rPr lang="en-US" sz="1200" dirty="0" err="1"/>
              <a:t>ini</a:t>
            </a:r>
            <a:r>
              <a:rPr lang="en-US" sz="1200" dirty="0"/>
              <a:t> </a:t>
            </a:r>
            <a:r>
              <a:rPr lang="en-US" sz="1200" dirty="0" err="1"/>
              <a:t>sebaiknya</a:t>
            </a:r>
            <a:r>
              <a:rPr lang="en-US" sz="1200" dirty="0"/>
              <a:t> </a:t>
            </a:r>
            <a:r>
              <a:rPr lang="en-US" sz="1200" dirty="0" err="1"/>
              <a:t>didukung</a:t>
            </a:r>
            <a:r>
              <a:rPr lang="en-US" sz="1200" dirty="0"/>
              <a:t> </a:t>
            </a:r>
            <a:r>
              <a:rPr lang="en-US" sz="1200" dirty="0" err="1"/>
              <a:t>oleh</a:t>
            </a:r>
            <a:r>
              <a:rPr lang="en-US" sz="1200" dirty="0"/>
              <a:t> </a:t>
            </a:r>
            <a:r>
              <a:rPr lang="en-US" sz="1200" dirty="0" err="1"/>
              <a:t>sumber</a:t>
            </a:r>
            <a:r>
              <a:rPr lang="en-US" sz="1200" dirty="0"/>
              <a:t> </a:t>
            </a:r>
            <a:r>
              <a:rPr lang="en-US" sz="1200" dirty="0" err="1"/>
              <a:t>daya</a:t>
            </a:r>
            <a:r>
              <a:rPr lang="en-US" sz="1200" dirty="0"/>
              <a:t> yang </a:t>
            </a:r>
            <a:r>
              <a:rPr lang="en-US" sz="1200" dirty="0" err="1"/>
              <a:t>cukup</a:t>
            </a:r>
            <a:r>
              <a:rPr lang="en-US" sz="1200" dirty="0"/>
              <a:t> </a:t>
            </a:r>
            <a:r>
              <a:rPr lang="en-US" sz="1200" dirty="0" err="1"/>
              <a:t>memadai</a:t>
            </a:r>
            <a:r>
              <a:rPr lang="en-US" sz="1200" dirty="0"/>
              <a:t> </a:t>
            </a:r>
            <a:r>
              <a:rPr lang="en-US" sz="1200" dirty="0" err="1"/>
              <a:t>seperti</a:t>
            </a:r>
            <a:r>
              <a:rPr lang="en-US" sz="1200" dirty="0"/>
              <a:t> </a:t>
            </a:r>
            <a:r>
              <a:rPr lang="en-US" sz="1200" i="1" dirty="0" err="1"/>
              <a:t>brainware</a:t>
            </a:r>
            <a:r>
              <a:rPr lang="en-US" sz="1200" dirty="0"/>
              <a:t> (</a:t>
            </a:r>
            <a:r>
              <a:rPr lang="en-US" sz="1200" dirty="0" err="1"/>
              <a:t>manusia</a:t>
            </a:r>
            <a:r>
              <a:rPr lang="en-US" sz="1200" dirty="0"/>
              <a:t>) yang </a:t>
            </a:r>
            <a:r>
              <a:rPr lang="en-US" sz="1200" dirty="0" err="1"/>
              <a:t>dapat</a:t>
            </a:r>
            <a:r>
              <a:rPr lang="en-US" sz="1200" dirty="0"/>
              <a:t> di </a:t>
            </a:r>
            <a:r>
              <a:rPr lang="en-US" sz="1200" dirty="0" err="1"/>
              <a:t>percaya</a:t>
            </a:r>
            <a:r>
              <a:rPr lang="en-US" sz="1200" dirty="0"/>
              <a:t> </a:t>
            </a:r>
            <a:r>
              <a:rPr lang="en-US" sz="1200" dirty="0" err="1"/>
              <a:t>dan</a:t>
            </a:r>
            <a:r>
              <a:rPr lang="en-US" sz="1200" dirty="0"/>
              <a:t> </a:t>
            </a:r>
            <a:r>
              <a:rPr lang="en-US" sz="1200" dirty="0" err="1"/>
              <a:t>bertanggung</a:t>
            </a:r>
            <a:r>
              <a:rPr lang="en-US" sz="1200" dirty="0"/>
              <a:t> </a:t>
            </a:r>
            <a:r>
              <a:rPr lang="en-US" sz="1200" dirty="0" err="1"/>
              <a:t>jawab</a:t>
            </a:r>
            <a:r>
              <a:rPr lang="en-US" sz="1200" dirty="0"/>
              <a:t> </a:t>
            </a:r>
            <a:r>
              <a:rPr lang="en-US" sz="1200" dirty="0" err="1"/>
              <a:t>dan</a:t>
            </a:r>
            <a:r>
              <a:rPr lang="en-US" sz="1200" dirty="0"/>
              <a:t>  </a:t>
            </a:r>
            <a:r>
              <a:rPr lang="en-US" sz="1200" dirty="0" err="1"/>
              <a:t>dari</a:t>
            </a:r>
            <a:r>
              <a:rPr lang="en-US" sz="1200" dirty="0"/>
              <a:t> </a:t>
            </a:r>
            <a:r>
              <a:rPr lang="en-US" sz="1200" dirty="0" err="1"/>
              <a:t>segi</a:t>
            </a:r>
            <a:r>
              <a:rPr lang="en-US" sz="1200" dirty="0"/>
              <a:t> </a:t>
            </a:r>
            <a:r>
              <a:rPr lang="en-US" sz="1200" dirty="0" err="1"/>
              <a:t>peralatan</a:t>
            </a:r>
            <a:r>
              <a:rPr lang="en-US" sz="1200" dirty="0"/>
              <a:t> </a:t>
            </a:r>
            <a:r>
              <a:rPr lang="en-US" sz="1200" dirty="0" err="1"/>
              <a:t>perangkat</a:t>
            </a:r>
            <a:r>
              <a:rPr lang="en-US" sz="1200" dirty="0"/>
              <a:t> </a:t>
            </a:r>
            <a:r>
              <a:rPr lang="en-US" sz="1200" dirty="0" err="1"/>
              <a:t>keras</a:t>
            </a:r>
            <a:r>
              <a:rPr lang="en-US" sz="1200" dirty="0"/>
              <a:t> </a:t>
            </a:r>
            <a:r>
              <a:rPr lang="en-US" sz="1200" dirty="0" err="1"/>
              <a:t>nya</a:t>
            </a:r>
            <a:r>
              <a:rPr lang="en-US" sz="1200" dirty="0"/>
              <a:t> (</a:t>
            </a:r>
            <a:r>
              <a:rPr lang="en-US" sz="1200" i="1" dirty="0"/>
              <a:t>hardware system</a:t>
            </a:r>
            <a:r>
              <a:rPr lang="en-US" sz="1200" dirty="0"/>
              <a:t>) yang </a:t>
            </a:r>
            <a:r>
              <a:rPr lang="en-US" sz="1200" dirty="0" err="1"/>
              <a:t>memiliki</a:t>
            </a:r>
            <a:r>
              <a:rPr lang="en-US" sz="1200" dirty="0"/>
              <a:t> </a:t>
            </a:r>
            <a:r>
              <a:rPr lang="en-US" sz="1200" dirty="0" err="1"/>
              <a:t>spesifikasi</a:t>
            </a:r>
            <a:r>
              <a:rPr lang="en-US" sz="1200" dirty="0"/>
              <a:t> yang di </a:t>
            </a:r>
            <a:r>
              <a:rPr lang="en-US" sz="1200" dirty="0" err="1"/>
              <a:t>harapkan</a:t>
            </a:r>
            <a:r>
              <a:rPr lang="en-US" sz="1200" dirty="0"/>
              <a:t> </a:t>
            </a:r>
            <a:r>
              <a:rPr lang="en-US" sz="1200" dirty="0" err="1"/>
              <a:t>mampu</a:t>
            </a:r>
            <a:r>
              <a:rPr lang="en-US" sz="1200" dirty="0"/>
              <a:t> </a:t>
            </a:r>
            <a:r>
              <a:rPr lang="en-US" sz="1200" dirty="0" err="1"/>
              <a:t>mengoperasi</a:t>
            </a:r>
            <a:r>
              <a:rPr lang="en-US" sz="1200" dirty="0"/>
              <a:t> </a:t>
            </a:r>
            <a:r>
              <a:rPr lang="en-US" sz="1200" dirty="0" err="1"/>
              <a:t>sistem</a:t>
            </a:r>
            <a:r>
              <a:rPr lang="en-US" sz="1200" dirty="0"/>
              <a:t> yang </a:t>
            </a:r>
            <a:r>
              <a:rPr lang="en-US" sz="1200" dirty="0" err="1"/>
              <a:t>baru</a:t>
            </a:r>
            <a:r>
              <a:rPr lang="en-US" sz="1200" dirty="0"/>
              <a:t> </a:t>
            </a:r>
            <a:r>
              <a:rPr lang="en-US" sz="1200" dirty="0" err="1"/>
              <a:t>ini</a:t>
            </a:r>
            <a:r>
              <a:rPr lang="en-US" sz="1200" dirty="0"/>
              <a:t> </a:t>
            </a:r>
            <a:r>
              <a:rPr lang="en-US" sz="1200" dirty="0" err="1"/>
              <a:t>dengan</a:t>
            </a:r>
            <a:r>
              <a:rPr lang="en-US" sz="1200" dirty="0"/>
              <a:t> </a:t>
            </a:r>
            <a:r>
              <a:rPr lang="en-US" sz="1200" dirty="0" err="1"/>
              <a:t>baik</a:t>
            </a:r>
            <a:r>
              <a:rPr lang="en-US" sz="1200" dirty="0" smtClean="0"/>
              <a:t>.</a:t>
            </a:r>
          </a:p>
          <a:p>
            <a:pPr marL="342900" lvl="0" indent="-342900">
              <a:buFont typeface="+mj-lt"/>
              <a:buAutoNum type="arabicPeriod"/>
            </a:pPr>
            <a:endParaRPr lang="en-US" sz="1200" dirty="0"/>
          </a:p>
          <a:p>
            <a:pPr marL="342900" lvl="0" indent="-342900">
              <a:buFont typeface="+mj-lt"/>
              <a:buAutoNum type="arabicPeriod"/>
            </a:pPr>
            <a:r>
              <a:rPr lang="en-US" sz="1200" dirty="0" err="1"/>
              <a:t>Memberikan</a:t>
            </a:r>
            <a:r>
              <a:rPr lang="en-US" sz="1200" dirty="0"/>
              <a:t> </a:t>
            </a:r>
            <a:r>
              <a:rPr lang="en-US" sz="1200" dirty="0" err="1"/>
              <a:t>pengetahuan</a:t>
            </a:r>
            <a:r>
              <a:rPr lang="en-US" sz="1200" dirty="0"/>
              <a:t> </a:t>
            </a:r>
            <a:r>
              <a:rPr lang="en-US" sz="1200" dirty="0" err="1"/>
              <a:t>tentang</a:t>
            </a:r>
            <a:r>
              <a:rPr lang="en-US" sz="1200" dirty="0"/>
              <a:t> </a:t>
            </a:r>
            <a:r>
              <a:rPr lang="en-US" sz="1200" dirty="0" err="1"/>
              <a:t>penggunaan</a:t>
            </a:r>
            <a:r>
              <a:rPr lang="en-US" sz="1200" dirty="0"/>
              <a:t> </a:t>
            </a:r>
            <a:r>
              <a:rPr lang="en-US" sz="1200" dirty="0" err="1"/>
              <a:t>sistem</a:t>
            </a:r>
            <a:r>
              <a:rPr lang="en-US" sz="1200" dirty="0"/>
              <a:t> </a:t>
            </a:r>
            <a:r>
              <a:rPr lang="en-US" sz="1200" dirty="0" err="1"/>
              <a:t>informasi</a:t>
            </a:r>
            <a:r>
              <a:rPr lang="en-US" sz="1200" dirty="0"/>
              <a:t> </a:t>
            </a:r>
            <a:r>
              <a:rPr lang="en-US" sz="1200" i="1" dirty="0"/>
              <a:t>e-marketplace</a:t>
            </a:r>
            <a:r>
              <a:rPr lang="en-US" sz="1200" dirty="0"/>
              <a:t> yang di </a:t>
            </a:r>
            <a:r>
              <a:rPr lang="en-US" sz="1200" dirty="0" err="1"/>
              <a:t>bangun</a:t>
            </a:r>
            <a:r>
              <a:rPr lang="en-US" sz="1200" dirty="0"/>
              <a:t> </a:t>
            </a:r>
            <a:r>
              <a:rPr lang="en-US" sz="1200" dirty="0" err="1"/>
              <a:t>terhadap</a:t>
            </a:r>
            <a:r>
              <a:rPr lang="en-US" sz="1200" dirty="0"/>
              <a:t> </a:t>
            </a:r>
            <a:r>
              <a:rPr lang="en-US" sz="1200" dirty="0" err="1"/>
              <a:t>pengguna</a:t>
            </a:r>
            <a:r>
              <a:rPr lang="en-US" sz="1200" dirty="0"/>
              <a:t> (</a:t>
            </a:r>
            <a:r>
              <a:rPr lang="en-US" sz="1200" i="1" dirty="0"/>
              <a:t>user</a:t>
            </a:r>
            <a:r>
              <a:rPr lang="en-US" sz="1200" dirty="0"/>
              <a:t>) </a:t>
            </a:r>
            <a:r>
              <a:rPr lang="en-US" sz="1200" dirty="0" err="1"/>
              <a:t>seperti</a:t>
            </a:r>
            <a:r>
              <a:rPr lang="en-US" sz="1200" dirty="0"/>
              <a:t> </a:t>
            </a:r>
            <a:r>
              <a:rPr lang="en-US" sz="1200" dirty="0" err="1"/>
              <a:t>bagian</a:t>
            </a:r>
            <a:r>
              <a:rPr lang="en-US" sz="1200" dirty="0"/>
              <a:t> </a:t>
            </a:r>
            <a:r>
              <a:rPr lang="en-US" sz="1200" dirty="0" err="1"/>
              <a:t>modul</a:t>
            </a:r>
            <a:r>
              <a:rPr lang="en-US" sz="1200" dirty="0"/>
              <a:t> </a:t>
            </a:r>
            <a:r>
              <a:rPr lang="en-US" sz="1200" dirty="0" err="1"/>
              <a:t>registrasi</a:t>
            </a:r>
            <a:r>
              <a:rPr lang="en-US" sz="1200" dirty="0"/>
              <a:t> </a:t>
            </a:r>
            <a:r>
              <a:rPr lang="en-US" sz="1200" dirty="0" err="1"/>
              <a:t>dan</a:t>
            </a:r>
            <a:r>
              <a:rPr lang="en-US" sz="1200" dirty="0"/>
              <a:t> </a:t>
            </a:r>
            <a:r>
              <a:rPr lang="en-US" sz="1200" dirty="0" err="1"/>
              <a:t>pengoalahan</a:t>
            </a:r>
            <a:r>
              <a:rPr lang="en-US" sz="1200" dirty="0"/>
              <a:t> </a:t>
            </a:r>
            <a:r>
              <a:rPr lang="en-US" sz="1200" dirty="0" err="1"/>
              <a:t>konten</a:t>
            </a:r>
            <a:r>
              <a:rPr lang="en-US" sz="1200" dirty="0"/>
              <a:t> </a:t>
            </a:r>
            <a:r>
              <a:rPr lang="en-US" sz="1200" dirty="0" err="1"/>
              <a:t>penjualan</a:t>
            </a:r>
            <a:r>
              <a:rPr lang="en-US" sz="1200" dirty="0"/>
              <a:t> </a:t>
            </a:r>
            <a:r>
              <a:rPr lang="en-US" sz="1200" dirty="0" err="1"/>
              <a:t>pada</a:t>
            </a:r>
            <a:r>
              <a:rPr lang="en-US" sz="1200" dirty="0"/>
              <a:t> menu </a:t>
            </a:r>
            <a:r>
              <a:rPr lang="en-US" sz="1200" i="1" dirty="0"/>
              <a:t>dashboard </a:t>
            </a:r>
            <a:r>
              <a:rPr lang="en-US" sz="1200" dirty="0" err="1"/>
              <a:t>pengguna</a:t>
            </a:r>
            <a:r>
              <a:rPr lang="en-US" sz="1200" dirty="0"/>
              <a:t> </a:t>
            </a:r>
            <a:r>
              <a:rPr lang="en-US" sz="1200" dirty="0" err="1"/>
              <a:t>sistem</a:t>
            </a:r>
            <a:r>
              <a:rPr lang="en-US" sz="1200" dirty="0"/>
              <a:t> agar </a:t>
            </a:r>
            <a:r>
              <a:rPr lang="en-US" sz="1200" dirty="0" err="1"/>
              <a:t>tidak</a:t>
            </a:r>
            <a:r>
              <a:rPr lang="en-US" sz="1200" dirty="0"/>
              <a:t> </a:t>
            </a:r>
            <a:r>
              <a:rPr lang="en-US" sz="1200" dirty="0" err="1"/>
              <a:t>terjadi</a:t>
            </a:r>
            <a:r>
              <a:rPr lang="en-US" sz="1200" dirty="0"/>
              <a:t> </a:t>
            </a:r>
            <a:r>
              <a:rPr lang="en-US" sz="1200" dirty="0" err="1"/>
              <a:t>kesalahan</a:t>
            </a:r>
            <a:r>
              <a:rPr lang="en-US" sz="1200" dirty="0"/>
              <a:t> (</a:t>
            </a:r>
            <a:r>
              <a:rPr lang="en-US" sz="1200" i="1" dirty="0"/>
              <a:t>human error</a:t>
            </a:r>
            <a:r>
              <a:rPr lang="en-US" sz="1200" dirty="0" smtClean="0"/>
              <a:t>).</a:t>
            </a:r>
          </a:p>
          <a:p>
            <a:pPr marL="342900" lvl="0" indent="-342900">
              <a:buFont typeface="+mj-lt"/>
              <a:buAutoNum type="arabicPeriod"/>
            </a:pPr>
            <a:endParaRPr lang="en-US" sz="1200" dirty="0"/>
          </a:p>
          <a:p>
            <a:pPr marL="342900" lvl="0" indent="-342900">
              <a:buFont typeface="+mj-lt"/>
              <a:buAutoNum type="arabicPeriod"/>
            </a:pPr>
            <a:r>
              <a:rPr lang="en-US" sz="1200" dirty="0" err="1"/>
              <a:t>Sistem</a:t>
            </a:r>
            <a:r>
              <a:rPr lang="en-US" sz="1200" dirty="0"/>
              <a:t> yang di </a:t>
            </a:r>
            <a:r>
              <a:rPr lang="en-US" sz="1200" dirty="0" err="1"/>
              <a:t>gunakan</a:t>
            </a:r>
            <a:r>
              <a:rPr lang="en-US" sz="1200" dirty="0"/>
              <a:t> </a:t>
            </a:r>
            <a:r>
              <a:rPr lang="en-US" sz="1200" dirty="0" err="1"/>
              <a:t>sebagian</a:t>
            </a:r>
            <a:r>
              <a:rPr lang="en-US" sz="1200" dirty="0"/>
              <a:t> </a:t>
            </a:r>
            <a:r>
              <a:rPr lang="en-US" sz="1200" dirty="0" err="1"/>
              <a:t>menggunakan</a:t>
            </a:r>
            <a:r>
              <a:rPr lang="en-US" sz="1200" dirty="0"/>
              <a:t> </a:t>
            </a:r>
            <a:r>
              <a:rPr lang="en-US" sz="1200" i="1" dirty="0"/>
              <a:t>Ajax</a:t>
            </a:r>
            <a:r>
              <a:rPr lang="en-US" sz="1200" dirty="0"/>
              <a:t> </a:t>
            </a:r>
            <a:r>
              <a:rPr lang="en-US" sz="1200" dirty="0" err="1"/>
              <a:t>dan</a:t>
            </a:r>
            <a:r>
              <a:rPr lang="en-US" sz="1200" dirty="0"/>
              <a:t> </a:t>
            </a:r>
            <a:r>
              <a:rPr lang="en-US" sz="1200" i="1" dirty="0" err="1"/>
              <a:t>JQuery</a:t>
            </a:r>
            <a:r>
              <a:rPr lang="en-US" sz="1200" dirty="0"/>
              <a:t> yang </a:t>
            </a:r>
            <a:r>
              <a:rPr lang="en-US" sz="1200" dirty="0" err="1"/>
              <a:t>dalam</a:t>
            </a:r>
            <a:r>
              <a:rPr lang="en-US" sz="1200" dirty="0"/>
              <a:t> </a:t>
            </a:r>
            <a:r>
              <a:rPr lang="en-US" sz="1200" dirty="0" err="1"/>
              <a:t>penggunaannya</a:t>
            </a:r>
            <a:r>
              <a:rPr lang="en-US" sz="1200" dirty="0"/>
              <a:t> di </a:t>
            </a:r>
            <a:r>
              <a:rPr lang="en-US" sz="1200" dirty="0" err="1"/>
              <a:t>eksekusi</a:t>
            </a:r>
            <a:r>
              <a:rPr lang="en-US" sz="1200" dirty="0"/>
              <a:t> di </a:t>
            </a:r>
            <a:r>
              <a:rPr lang="en-US" sz="1200" dirty="0" err="1"/>
              <a:t>sisi</a:t>
            </a:r>
            <a:r>
              <a:rPr lang="en-US" sz="1200" dirty="0"/>
              <a:t> </a:t>
            </a:r>
            <a:r>
              <a:rPr lang="en-US" sz="1200" i="1" dirty="0"/>
              <a:t>client </a:t>
            </a:r>
            <a:r>
              <a:rPr lang="en-US" sz="1200" dirty="0" err="1"/>
              <a:t>sehingga</a:t>
            </a:r>
            <a:r>
              <a:rPr lang="en-US" sz="1200" dirty="0"/>
              <a:t> </a:t>
            </a:r>
            <a:r>
              <a:rPr lang="en-US" sz="1200" dirty="0" err="1"/>
              <a:t>apabila</a:t>
            </a:r>
            <a:r>
              <a:rPr lang="en-US" sz="1200" dirty="0"/>
              <a:t> </a:t>
            </a:r>
            <a:r>
              <a:rPr lang="en-US" sz="1200" dirty="0" err="1"/>
              <a:t>permintaan</a:t>
            </a:r>
            <a:r>
              <a:rPr lang="en-US" sz="1200" dirty="0"/>
              <a:t> data </a:t>
            </a:r>
            <a:r>
              <a:rPr lang="en-US" sz="1200" i="1" dirty="0"/>
              <a:t>client</a:t>
            </a:r>
            <a:r>
              <a:rPr lang="en-US" sz="1200" dirty="0"/>
              <a:t> </a:t>
            </a:r>
            <a:r>
              <a:rPr lang="en-US" sz="1200" dirty="0" err="1"/>
              <a:t>pada</a:t>
            </a:r>
            <a:r>
              <a:rPr lang="en-US" sz="1200" dirty="0"/>
              <a:t> server </a:t>
            </a:r>
            <a:r>
              <a:rPr lang="en-US" sz="1200" dirty="0" err="1"/>
              <a:t>terganggu</a:t>
            </a:r>
            <a:r>
              <a:rPr lang="en-US" sz="1200" dirty="0"/>
              <a:t>  </a:t>
            </a:r>
            <a:r>
              <a:rPr lang="en-US" sz="1200" dirty="0" err="1"/>
              <a:t>maka</a:t>
            </a:r>
            <a:r>
              <a:rPr lang="en-US" sz="1200" dirty="0"/>
              <a:t> </a:t>
            </a:r>
            <a:r>
              <a:rPr lang="en-US" sz="1200" dirty="0" err="1"/>
              <a:t>sistem</a:t>
            </a:r>
            <a:r>
              <a:rPr lang="en-US" sz="1200" dirty="0"/>
              <a:t> </a:t>
            </a:r>
            <a:r>
              <a:rPr lang="en-US" sz="1200" dirty="0" err="1"/>
              <a:t>tidak</a:t>
            </a:r>
            <a:r>
              <a:rPr lang="en-US" sz="1200" dirty="0"/>
              <a:t> </a:t>
            </a:r>
            <a:r>
              <a:rPr lang="en-US" sz="1200" dirty="0" err="1"/>
              <a:t>dapat</a:t>
            </a:r>
            <a:r>
              <a:rPr lang="en-US" sz="1200" dirty="0"/>
              <a:t> </a:t>
            </a:r>
            <a:r>
              <a:rPr lang="en-US" sz="1200" dirty="0" err="1"/>
              <a:t>berjalan</a:t>
            </a:r>
            <a:r>
              <a:rPr lang="en-US" sz="1200" dirty="0"/>
              <a:t> </a:t>
            </a:r>
            <a:r>
              <a:rPr lang="en-US" sz="1200" dirty="0" err="1"/>
              <a:t>sepenuhnya</a:t>
            </a:r>
            <a:r>
              <a:rPr lang="en-US" sz="1200" dirty="0" smtClean="0"/>
              <a:t>.</a:t>
            </a:r>
          </a:p>
          <a:p>
            <a:pPr marL="342900" lvl="0" indent="-342900">
              <a:buFont typeface="+mj-lt"/>
              <a:buAutoNum type="arabicPeriod"/>
            </a:pPr>
            <a:endParaRPr lang="en-US" sz="1200" dirty="0"/>
          </a:p>
          <a:p>
            <a:pPr marL="342900" lvl="0" indent="-342900">
              <a:buFont typeface="+mj-lt"/>
              <a:buAutoNum type="arabicPeriod"/>
            </a:pPr>
            <a:r>
              <a:rPr lang="en-US" sz="1200" dirty="0"/>
              <a:t>Agar data-data yang </a:t>
            </a:r>
            <a:r>
              <a:rPr lang="en-US" sz="1200" dirty="0" err="1"/>
              <a:t>ada</a:t>
            </a:r>
            <a:r>
              <a:rPr lang="en-US" sz="1200" dirty="0"/>
              <a:t> </a:t>
            </a:r>
            <a:r>
              <a:rPr lang="en-US" sz="1200" dirty="0" err="1"/>
              <a:t>tidak</a:t>
            </a:r>
            <a:r>
              <a:rPr lang="en-US" sz="1200" dirty="0"/>
              <a:t> </a:t>
            </a:r>
            <a:r>
              <a:rPr lang="en-US" sz="1200" dirty="0" err="1"/>
              <a:t>mengalami</a:t>
            </a:r>
            <a:r>
              <a:rPr lang="en-US" sz="1200" dirty="0"/>
              <a:t> </a:t>
            </a:r>
            <a:r>
              <a:rPr lang="en-US" sz="1200" dirty="0" err="1"/>
              <a:t>kehilangan</a:t>
            </a:r>
            <a:r>
              <a:rPr lang="en-US" sz="1200" dirty="0"/>
              <a:t> </a:t>
            </a:r>
            <a:r>
              <a:rPr lang="en-US" sz="1200" dirty="0" err="1"/>
              <a:t>data,hendaknya</a:t>
            </a:r>
            <a:r>
              <a:rPr lang="en-US" sz="1200" dirty="0"/>
              <a:t> </a:t>
            </a:r>
            <a:r>
              <a:rPr lang="en-US" sz="1200" dirty="0" err="1"/>
              <a:t>dilakukan</a:t>
            </a:r>
            <a:r>
              <a:rPr lang="en-US" sz="1200" dirty="0"/>
              <a:t> </a:t>
            </a:r>
            <a:r>
              <a:rPr lang="en-US" sz="1200" i="1" dirty="0"/>
              <a:t>back-up </a:t>
            </a:r>
            <a:r>
              <a:rPr lang="en-US" sz="1200" dirty="0"/>
              <a:t>data </a:t>
            </a:r>
            <a:r>
              <a:rPr lang="en-US" sz="1200" dirty="0" err="1"/>
              <a:t>secara</a:t>
            </a:r>
            <a:r>
              <a:rPr lang="en-US" sz="1200" dirty="0"/>
              <a:t> </a:t>
            </a:r>
            <a:r>
              <a:rPr lang="en-US" sz="1200" dirty="0" err="1"/>
              <a:t>berkala</a:t>
            </a:r>
            <a:r>
              <a:rPr lang="en-US" sz="1200" dirty="0"/>
              <a:t> </a:t>
            </a:r>
            <a:r>
              <a:rPr lang="en-US" sz="1200" dirty="0" err="1"/>
              <a:t>seperti</a:t>
            </a:r>
            <a:r>
              <a:rPr lang="en-US" sz="1200" dirty="0"/>
              <a:t> data </a:t>
            </a:r>
            <a:r>
              <a:rPr lang="en-US" sz="1200" dirty="0" err="1"/>
              <a:t>produk</a:t>
            </a:r>
            <a:r>
              <a:rPr lang="en-US" sz="1200" dirty="0"/>
              <a:t> yang di </a:t>
            </a:r>
            <a:r>
              <a:rPr lang="en-US" sz="1200" dirty="0" err="1"/>
              <a:t>tampilkan</a:t>
            </a:r>
            <a:r>
              <a:rPr lang="en-US" sz="1200" dirty="0"/>
              <a:t> </a:t>
            </a:r>
            <a:r>
              <a:rPr lang="en-US" sz="1200" dirty="0" err="1"/>
              <a:t>pada</a:t>
            </a:r>
            <a:r>
              <a:rPr lang="en-US" sz="1200" dirty="0"/>
              <a:t> </a:t>
            </a:r>
            <a:r>
              <a:rPr lang="en-US" sz="1200" dirty="0" err="1"/>
              <a:t>sistem</a:t>
            </a:r>
            <a:r>
              <a:rPr lang="en-US" sz="1200" dirty="0"/>
              <a:t>.</a:t>
            </a:r>
          </a:p>
          <a:p>
            <a:pPr marL="342900" lvl="0" indent="-342900">
              <a:buFont typeface="+mj-lt"/>
              <a:buAutoNum type="arabicPeriod"/>
            </a:pPr>
            <a:r>
              <a:rPr lang="en-US" sz="1200" dirty="0" err="1"/>
              <a:t>Harapan</a:t>
            </a:r>
            <a:r>
              <a:rPr lang="en-US" sz="1200" dirty="0"/>
              <a:t> </a:t>
            </a:r>
            <a:r>
              <a:rPr lang="en-US" sz="1200" dirty="0" err="1"/>
              <a:t>penulis</a:t>
            </a:r>
            <a:r>
              <a:rPr lang="en-US" sz="1200" dirty="0"/>
              <a:t> agar </a:t>
            </a:r>
            <a:r>
              <a:rPr lang="en-US" sz="1200" dirty="0" err="1"/>
              <a:t>sistem</a:t>
            </a:r>
            <a:r>
              <a:rPr lang="en-US" sz="1200" dirty="0"/>
              <a:t> </a:t>
            </a:r>
            <a:r>
              <a:rPr lang="en-US" sz="1200" dirty="0" err="1"/>
              <a:t>ini</a:t>
            </a:r>
            <a:r>
              <a:rPr lang="en-US" sz="1200" dirty="0"/>
              <a:t> </a:t>
            </a:r>
            <a:r>
              <a:rPr lang="en-US" sz="1200" dirty="0" err="1"/>
              <a:t>dapat</a:t>
            </a:r>
            <a:r>
              <a:rPr lang="en-US" sz="1200" dirty="0"/>
              <a:t> di </a:t>
            </a:r>
            <a:r>
              <a:rPr lang="en-US" sz="1200" dirty="0" err="1"/>
              <a:t>gunakan</a:t>
            </a:r>
            <a:r>
              <a:rPr lang="en-US" sz="1200" dirty="0"/>
              <a:t> </a:t>
            </a:r>
            <a:r>
              <a:rPr lang="en-US" sz="1200" dirty="0" err="1"/>
              <a:t>pada</a:t>
            </a:r>
            <a:r>
              <a:rPr lang="en-US" sz="1200" dirty="0"/>
              <a:t> </a:t>
            </a:r>
            <a:r>
              <a:rPr lang="en-US" sz="1200" dirty="0" err="1"/>
              <a:t>pemerintah</a:t>
            </a:r>
            <a:r>
              <a:rPr lang="en-US" sz="1200" dirty="0"/>
              <a:t> </a:t>
            </a:r>
            <a:r>
              <a:rPr lang="en-US" sz="1200" dirty="0" err="1"/>
              <a:t>daerah</a:t>
            </a:r>
            <a:r>
              <a:rPr lang="en-US" sz="1200" dirty="0"/>
              <a:t> </a:t>
            </a:r>
            <a:r>
              <a:rPr lang="en-US" sz="1200" dirty="0" err="1"/>
              <a:t>kota</a:t>
            </a:r>
            <a:r>
              <a:rPr lang="en-US" sz="1200" dirty="0"/>
              <a:t> </a:t>
            </a:r>
            <a:r>
              <a:rPr lang="en-US" sz="1200" dirty="0" err="1"/>
              <a:t>padang</a:t>
            </a:r>
            <a:r>
              <a:rPr lang="en-US" sz="1200" dirty="0"/>
              <a:t> yang </a:t>
            </a:r>
            <a:r>
              <a:rPr lang="en-US" sz="1200" dirty="0" err="1"/>
              <a:t>menjadi</a:t>
            </a:r>
            <a:r>
              <a:rPr lang="en-US" sz="1200" dirty="0"/>
              <a:t> </a:t>
            </a:r>
            <a:r>
              <a:rPr lang="en-US" sz="1200" dirty="0" err="1"/>
              <a:t>tujuan</a:t>
            </a:r>
            <a:r>
              <a:rPr lang="en-US" sz="1200" dirty="0"/>
              <a:t> </a:t>
            </a:r>
            <a:r>
              <a:rPr lang="en-US" sz="1200" dirty="0" err="1"/>
              <a:t>utama</a:t>
            </a:r>
            <a:r>
              <a:rPr lang="en-US" sz="1200" dirty="0"/>
              <a:t> </a:t>
            </a:r>
            <a:r>
              <a:rPr lang="en-US" sz="1200" dirty="0" err="1"/>
              <a:t>adalah</a:t>
            </a:r>
            <a:r>
              <a:rPr lang="en-US" sz="1200" dirty="0"/>
              <a:t> </a:t>
            </a:r>
            <a:r>
              <a:rPr lang="en-US" sz="1200" dirty="0" err="1"/>
              <a:t>pelaku</a:t>
            </a:r>
            <a:r>
              <a:rPr lang="en-US" sz="1200" dirty="0"/>
              <a:t> </a:t>
            </a:r>
            <a:r>
              <a:rPr lang="en-US" sz="1200" dirty="0" err="1"/>
              <a:t>bisnis</a:t>
            </a:r>
            <a:r>
              <a:rPr lang="en-US" sz="1200" dirty="0"/>
              <a:t> UMKM </a:t>
            </a:r>
            <a:r>
              <a:rPr lang="en-US" sz="1200" dirty="0" err="1"/>
              <a:t>itu</a:t>
            </a:r>
            <a:r>
              <a:rPr lang="en-US" sz="1200" dirty="0"/>
              <a:t> </a:t>
            </a:r>
            <a:r>
              <a:rPr lang="en-US" sz="1200" dirty="0" err="1"/>
              <a:t>sendiri</a:t>
            </a:r>
            <a:r>
              <a:rPr lang="en-US" sz="1200" dirty="0"/>
              <a:t> </a:t>
            </a:r>
            <a:r>
              <a:rPr lang="en-US" sz="1200" dirty="0" err="1"/>
              <a:t>dan</a:t>
            </a:r>
            <a:r>
              <a:rPr lang="en-US" sz="1200" dirty="0"/>
              <a:t> di </a:t>
            </a:r>
            <a:r>
              <a:rPr lang="en-US" sz="1200" dirty="0" err="1"/>
              <a:t>kembangkan</a:t>
            </a:r>
            <a:r>
              <a:rPr lang="en-US" sz="1200" dirty="0"/>
              <a:t> </a:t>
            </a:r>
            <a:r>
              <a:rPr lang="en-US" sz="1200" dirty="0" err="1"/>
              <a:t>oleh</a:t>
            </a:r>
            <a:r>
              <a:rPr lang="en-US" sz="1200" dirty="0"/>
              <a:t> </a:t>
            </a:r>
            <a:r>
              <a:rPr lang="en-US" sz="1200" dirty="0" err="1"/>
              <a:t>Dinas</a:t>
            </a:r>
            <a:r>
              <a:rPr lang="en-US" sz="1200" dirty="0"/>
              <a:t> UMKM Kota Padang </a:t>
            </a:r>
            <a:r>
              <a:rPr lang="en-US" sz="1200" dirty="0" err="1"/>
              <a:t>lebih</a:t>
            </a:r>
            <a:r>
              <a:rPr lang="en-US" sz="1200" dirty="0"/>
              <a:t> </a:t>
            </a:r>
            <a:r>
              <a:rPr lang="en-US" sz="1200" dirty="0" err="1"/>
              <a:t>lanjut</a:t>
            </a:r>
            <a:r>
              <a:rPr lang="en-US" sz="1200" dirty="0"/>
              <a:t>.</a:t>
            </a:r>
          </a:p>
        </p:txBody>
      </p:sp>
    </p:spTree>
    <p:extLst>
      <p:ext uri="{BB962C8B-B14F-4D97-AF65-F5344CB8AC3E}">
        <p14:creationId xmlns:p14="http://schemas.microsoft.com/office/powerpoint/2010/main" val="394845347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
        <p:nvSpPr>
          <p:cNvPr id="6" name="Text Placeholder 2"/>
          <p:cNvSpPr>
            <a:spLocks noGrp="1"/>
          </p:cNvSpPr>
          <p:nvPr>
            <p:ph type="body" idx="1"/>
          </p:nvPr>
        </p:nvSpPr>
        <p:spPr>
          <a:xfrm>
            <a:off x="814275" y="1327350"/>
            <a:ext cx="6132600" cy="3145500"/>
          </a:xfrm>
        </p:spPr>
        <p:txBody>
          <a:bodyPr/>
          <a:lstStyle/>
          <a:p>
            <a:pPr algn="ctr"/>
            <a:r>
              <a:rPr lang="en-US" dirty="0" smtClean="0"/>
              <a:t>SEKIAN TERIMA KASIH </a:t>
            </a:r>
          </a:p>
          <a:p>
            <a:pPr algn="ctr"/>
            <a:endParaRPr lang="en-US" dirty="0"/>
          </a:p>
          <a:p>
            <a:pPr algn="ctr"/>
            <a:r>
              <a:rPr lang="en-US" dirty="0" smtClean="0"/>
              <a:t>WASSALAMAM </a:t>
            </a:r>
            <a:endParaRPr lang="en-US" dirty="0"/>
          </a:p>
        </p:txBody>
      </p:sp>
    </p:spTree>
    <p:extLst>
      <p:ext uri="{BB962C8B-B14F-4D97-AF65-F5344CB8AC3E}">
        <p14:creationId xmlns:p14="http://schemas.microsoft.com/office/powerpoint/2010/main" val="3800493864"/>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197</TotalTime>
  <Words>1772</Words>
  <Application>Microsoft Office PowerPoint</Application>
  <PresentationFormat>On-screen Show (16:9)</PresentationFormat>
  <Paragraphs>212</Paragraphs>
  <Slides>31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Lucida Sans Unicode</vt:lpstr>
      <vt:lpstr>Wingdings 2</vt:lpstr>
      <vt:lpstr>Verdana</vt:lpstr>
      <vt:lpstr>Times New Roman</vt:lpstr>
      <vt:lpstr>Calibri</vt:lpstr>
      <vt:lpstr>Wingdings 3</vt:lpstr>
      <vt:lpstr>Concourse</vt:lpstr>
      <vt:lpstr>PowerPoint Presentation</vt:lpstr>
      <vt:lpstr> BAB1 .PENDAHULUAN  A.LATAR BELAKANG MASALAH</vt:lpstr>
      <vt:lpstr>PowerPoint Presentation</vt:lpstr>
      <vt:lpstr>PowerPoint Presentation</vt:lpstr>
      <vt:lpstr>PowerPoint Presentation</vt:lpstr>
      <vt:lpstr>PowerPoint Presentation</vt:lpstr>
      <vt:lpstr>PowerPoint Presentation</vt:lpstr>
      <vt:lpstr>BAB IV ANALISA DAN PEMBAHASAN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UNES-PERLENGKAPAN</dc:creator>
  <cp:lastModifiedBy>Ismarianto</cp:lastModifiedBy>
  <cp:revision>21</cp:revision>
  <dcterms:modified xsi:type="dcterms:W3CDTF">2019-08-27T19:05:21Z</dcterms:modified>
</cp:coreProperties>
</file>